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 id="2147483651" r:id="rId3"/>
    <p:sldMasterId id="2147483663" r:id="rId4"/>
  </p:sldMasterIdLst>
  <p:notesMasterIdLst>
    <p:notesMasterId r:id="rId6"/>
  </p:notesMasterIdLst>
  <p:sldIdLst>
    <p:sldId id="414" r:id="rId5"/>
    <p:sldId id="16142265" r:id="rId7"/>
    <p:sldId id="16142291" r:id="rId8"/>
    <p:sldId id="16142296" r:id="rId9"/>
    <p:sldId id="16142295" r:id="rId10"/>
    <p:sldId id="16142297" r:id="rId11"/>
    <p:sldId id="16142292" r:id="rId12"/>
    <p:sldId id="16142294" r:id="rId13"/>
    <p:sldId id="413" r:id="rId14"/>
  </p:sldIdLst>
  <p:sldSz cx="12192000" cy="6858000"/>
  <p:notesSz cx="6807200" cy="9939020"/>
  <p:embeddedFontLst>
    <p:embeddedFont>
      <p:font typeface="DIN Alternate" panose="020B0500000000000000" charset="0"/>
      <p:regular r:id="rId18"/>
    </p:embeddedFont>
  </p:embeddedFontLst>
  <p:custDataLst>
    <p:tags r:id="rId19"/>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F21E2049-BEA6-4552-9973-021038F0B7EC}">
          <p14:sldIdLst>
            <p14:sldId id="414"/>
            <p14:sldId id="16142265"/>
            <p14:sldId id="16142291"/>
            <p14:sldId id="16142296"/>
            <p14:sldId id="16142295"/>
            <p14:sldId id="16142297"/>
            <p14:sldId id="16142292"/>
            <p14:sldId id="16142294"/>
            <p14:sldId id="413"/>
          </p14:sldIdLst>
        </p14:section>
      </p14:sectionLst>
    </p:ext>
    <p:ext uri="{EFAFB233-063F-42B5-8137-9DF3F51BA10A}">
      <p15:sldGuideLst xmlns:p15="http://schemas.microsoft.com/office/powerpoint/2012/main">
        <p15:guide id="2" pos="7413" userDrawn="1">
          <p15:clr>
            <a:srgbClr val="A4A3A4"/>
          </p15:clr>
        </p15:guide>
        <p15:guide id="3" orient="horz" pos="55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3466"/>
    <a:srgbClr val="004D73"/>
    <a:srgbClr val="515151"/>
    <a:srgbClr val="007FDB"/>
    <a:srgbClr val="DBEBFA"/>
    <a:srgbClr val="F2F2F2"/>
    <a:srgbClr val="FFFFFF"/>
    <a:srgbClr val="BFBFBF"/>
    <a:srgbClr val="023162"/>
    <a:srgbClr val="FCE4D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942" autoAdjust="0"/>
    <p:restoredTop sz="85374" autoAdjust="0"/>
  </p:normalViewPr>
  <p:slideViewPr>
    <p:cSldViewPr snapToGrid="0" showGuides="1">
      <p:cViewPr varScale="1">
        <p:scale>
          <a:sx n="104" d="100"/>
          <a:sy n="104" d="100"/>
        </p:scale>
        <p:origin x="1296" y="200"/>
      </p:cViewPr>
      <p:guideLst>
        <p:guide pos="7413"/>
        <p:guide orient="horz" pos="550"/>
      </p:guideLst>
    </p:cSldViewPr>
  </p:slideViewPr>
  <p:outlineViewPr>
    <p:cViewPr>
      <p:scale>
        <a:sx n="33" d="100"/>
        <a:sy n="33" d="100"/>
      </p:scale>
      <p:origin x="0" y="-4071"/>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4.xml"/><Relationship Id="rId8" Type="http://schemas.openxmlformats.org/officeDocument/2006/relationships/slide" Target="slides/slide3.xml"/><Relationship Id="rId7" Type="http://schemas.openxmlformats.org/officeDocument/2006/relationships/slide" Target="slides/slide2.xml"/><Relationship Id="rId6" Type="http://schemas.openxmlformats.org/officeDocument/2006/relationships/notesMaster" Target="notesMasters/notesMaster1.xml"/><Relationship Id="rId5" Type="http://schemas.openxmlformats.org/officeDocument/2006/relationships/slide" Target="slides/slide1.xml"/><Relationship Id="rId4" Type="http://schemas.openxmlformats.org/officeDocument/2006/relationships/slideMaster" Target="slideMasters/slideMaster3.xml"/><Relationship Id="rId3" Type="http://schemas.openxmlformats.org/officeDocument/2006/relationships/slideMaster" Target="slideMasters/slideMaster2.xml"/><Relationship Id="rId2" Type="http://schemas.openxmlformats.org/officeDocument/2006/relationships/theme" Target="theme/theme1.xml"/><Relationship Id="rId19" Type="http://schemas.openxmlformats.org/officeDocument/2006/relationships/tags" Target="tags/tag10.xml"/><Relationship Id="rId18" Type="http://schemas.openxmlformats.org/officeDocument/2006/relationships/font" Target="fonts/font1.fntdata"/><Relationship Id="rId17" Type="http://schemas.openxmlformats.org/officeDocument/2006/relationships/tableStyles" Target="tableStyles.xml"/><Relationship Id="rId16" Type="http://schemas.openxmlformats.org/officeDocument/2006/relationships/viewProps" Target="viewProps.xml"/><Relationship Id="rId15" Type="http://schemas.openxmlformats.org/officeDocument/2006/relationships/presProps" Target="presProps.xml"/><Relationship Id="rId14" Type="http://schemas.openxmlformats.org/officeDocument/2006/relationships/slide" Target="slides/slide9.xml"/><Relationship Id="rId13" Type="http://schemas.openxmlformats.org/officeDocument/2006/relationships/slide" Target="slides/slide8.xml"/><Relationship Id="rId12" Type="http://schemas.openxmlformats.org/officeDocument/2006/relationships/slide" Target="slides/slide7.xml"/><Relationship Id="rId11" Type="http://schemas.openxmlformats.org/officeDocument/2006/relationships/slide" Target="slides/slide6.xml"/><Relationship Id="rId10" Type="http://schemas.openxmlformats.org/officeDocument/2006/relationships/slide" Target="slides/slide5.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4.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9787" cy="498693"/>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55838" y="0"/>
            <a:ext cx="2949787" cy="498693"/>
          </a:xfrm>
          <a:prstGeom prst="rect">
            <a:avLst/>
          </a:prstGeom>
        </p:spPr>
        <p:txBody>
          <a:bodyPr vert="horz" lIns="91440" tIns="45720" rIns="91440" bIns="45720" rtlCol="0"/>
          <a:lstStyle>
            <a:lvl1pPr algn="r">
              <a:defRPr sz="1200"/>
            </a:lvl1pPr>
          </a:lstStyle>
          <a:p>
            <a:fld id="{A644142E-1646-417B-A4D7-5876B495F19C}"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422275" y="1243013"/>
            <a:ext cx="5962650" cy="3354387"/>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0720" y="4783307"/>
            <a:ext cx="5445760" cy="3913614"/>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9440647"/>
            <a:ext cx="2949787" cy="498692"/>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55838" y="9440647"/>
            <a:ext cx="2949787" cy="498692"/>
          </a:xfrm>
          <a:prstGeom prst="rect">
            <a:avLst/>
          </a:prstGeom>
        </p:spPr>
        <p:txBody>
          <a:bodyPr vert="horz" lIns="91440" tIns="45720" rIns="91440" bIns="45720" rtlCol="0" anchor="b"/>
          <a:lstStyle>
            <a:lvl1pPr algn="r">
              <a:defRPr sz="1200"/>
            </a:lvl1pPr>
          </a:lstStyle>
          <a:p>
            <a:fld id="{86052F33-17EA-44FE-9B94-C6EB60CD7B1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6052F33-17EA-44FE-9B94-C6EB60CD7B1D}"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2000" dirty="0">
              <a:latin typeface="+mn-ea"/>
              <a:ea typeface="+mn-ea"/>
            </a:endParaRPr>
          </a:p>
        </p:txBody>
      </p:sp>
      <p:sp>
        <p:nvSpPr>
          <p:cNvPr id="4" name="灯片编号占位符 3"/>
          <p:cNvSpPr>
            <a:spLocks noGrp="1"/>
          </p:cNvSpPr>
          <p:nvPr>
            <p:ph type="sldNum" sz="quarter" idx="10"/>
          </p:nvPr>
        </p:nvSpPr>
        <p:spPr/>
        <p:txBody>
          <a:bodyPr/>
          <a:lstStyle/>
          <a:p>
            <a:fld id="{86052F33-17EA-44FE-9B94-C6EB60CD7B1D}"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6052F33-17EA-44FE-9B94-C6EB60CD7B1D}"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6052F33-17EA-44FE-9B94-C6EB60CD7B1D}"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6052F33-17EA-44FE-9B94-C6EB60CD7B1D}"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6052F33-17EA-44FE-9B94-C6EB60CD7B1D}"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6052F33-17EA-44FE-9B94-C6EB60CD7B1D}"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6052F33-17EA-44FE-9B94-C6EB60CD7B1D}"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6052F33-17EA-44FE-9B94-C6EB60CD7B1D}"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8_标题幻灯片">
    <p:spTree>
      <p:nvGrpSpPr>
        <p:cNvPr id="1" name=""/>
        <p:cNvGrpSpPr/>
        <p:nvPr/>
      </p:nvGrpSpPr>
      <p:grpSpPr>
        <a:xfrm>
          <a:off x="0" y="0"/>
          <a:ext cx="0" cy="0"/>
          <a:chOff x="0" y="0"/>
          <a:chExt cx="0" cy="0"/>
        </a:xfrm>
      </p:grpSpPr>
      <p:sp>
        <p:nvSpPr>
          <p:cNvPr id="10" name="矩形 9"/>
          <p:cNvSpPr/>
          <p:nvPr userDrawn="1"/>
        </p:nvSpPr>
        <p:spPr>
          <a:xfrm rot="16200000">
            <a:off x="-2223611" y="3082288"/>
            <a:ext cx="5040000" cy="69532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kumimoji="1" lang="de-DE" altLang="zh-CN" sz="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GOLDWIND SCIENCE &amp; TECHNOLOGY CO., LTD.</a:t>
            </a:r>
            <a:endParaRPr kumimoji="1" lang="zh-CN" altLang="en-US" sz="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cxnSp>
        <p:nvCxnSpPr>
          <p:cNvPr id="8" name="直线连接符 7"/>
          <p:cNvCxnSpPr/>
          <p:nvPr userDrawn="1"/>
        </p:nvCxnSpPr>
        <p:spPr>
          <a:xfrm>
            <a:off x="693516" y="0"/>
            <a:ext cx="0" cy="6858000"/>
          </a:xfrm>
          <a:prstGeom prst="line">
            <a:avLst/>
          </a:prstGeom>
          <a:ln>
            <a:solidFill>
              <a:srgbClr val="DDDDDD"/>
            </a:solidFill>
          </a:ln>
        </p:spPr>
        <p:style>
          <a:lnRef idx="1">
            <a:schemeClr val="accent1"/>
          </a:lnRef>
          <a:fillRef idx="0">
            <a:schemeClr val="accent1"/>
          </a:fillRef>
          <a:effectRef idx="0">
            <a:schemeClr val="accent1"/>
          </a:effectRef>
          <a:fontRef idx="minor">
            <a:schemeClr val="tx1"/>
          </a:fontRef>
        </p:style>
      </p:cxnSp>
      <p:cxnSp>
        <p:nvCxnSpPr>
          <p:cNvPr id="7" name="直线连接符 41"/>
          <p:cNvCxnSpPr/>
          <p:nvPr userDrawn="1"/>
        </p:nvCxnSpPr>
        <p:spPr>
          <a:xfrm flipV="1">
            <a:off x="0" y="787682"/>
            <a:ext cx="3126154" cy="7390"/>
          </a:xfrm>
          <a:prstGeom prst="line">
            <a:avLst/>
          </a:prstGeom>
          <a:noFill/>
          <a:ln w="19050" cap="flat" cmpd="sng" algn="ctr">
            <a:gradFill flip="none" rotWithShape="1">
              <a:gsLst>
                <a:gs pos="0">
                  <a:schemeClr val="accent1">
                    <a:lumMod val="5000"/>
                    <a:lumOff val="95000"/>
                  </a:schemeClr>
                </a:gs>
                <a:gs pos="50000">
                  <a:schemeClr val="bg1">
                    <a:lumMod val="65000"/>
                  </a:schemeClr>
                </a:gs>
                <a:gs pos="100000">
                  <a:schemeClr val="tx1">
                    <a:lumMod val="65000"/>
                    <a:lumOff val="35000"/>
                  </a:schemeClr>
                </a:gs>
              </a:gsLst>
              <a:lin ang="10800000" scaled="1"/>
              <a:tileRect/>
            </a:gradFill>
            <a:prstDash val="solid"/>
            <a:miter lim="800000"/>
            <a:headEnd type="none" w="sm" len="sm"/>
            <a:tailEnd type="none"/>
          </a:ln>
          <a:effectLst/>
        </p:spPr>
      </p:cxnSp>
      <p:sp>
        <p:nvSpPr>
          <p:cNvPr id="11" name="文本占位符 16"/>
          <p:cNvSpPr>
            <a:spLocks noGrp="1"/>
          </p:cNvSpPr>
          <p:nvPr>
            <p:ph type="body" sz="quarter" idx="10"/>
          </p:nvPr>
        </p:nvSpPr>
        <p:spPr>
          <a:xfrm>
            <a:off x="693516" y="-204"/>
            <a:ext cx="9360000" cy="781200"/>
          </a:xfrm>
          <a:prstGeom prst="rect">
            <a:avLst/>
          </a:prstGeom>
        </p:spPr>
        <p:txBody>
          <a:bodyPr lIns="72000" tIns="36000" rIns="72000" bIns="36000" anchor="b" anchorCtr="0"/>
          <a:lstStyle>
            <a:lvl1pPr marL="0" indent="0">
              <a:buNone/>
              <a:defRPr sz="2400" b="1">
                <a:solidFill>
                  <a:srgbClr val="0178BC"/>
                </a:solidFill>
              </a:defRPr>
            </a:lvl1pPr>
            <a:lvl2pPr marL="457200" indent="0">
              <a:buNone/>
              <a:defRPr/>
            </a:lvl2pPr>
          </a:lstStyle>
          <a:p>
            <a:pPr lvl="0"/>
            <a:r>
              <a:rPr lang="zh-CN" altLang="en-US" dirty="0"/>
              <a:t>单击此处编辑母版文本样式</a:t>
            </a:r>
            <a:endParaRPr lang="zh-CN" altLang="en-US" dirty="0"/>
          </a:p>
        </p:txBody>
      </p:sp>
      <p:sp>
        <p:nvSpPr>
          <p:cNvPr id="12" name="幻灯片编号占位符 5"/>
          <p:cNvSpPr>
            <a:spLocks noGrp="1"/>
          </p:cNvSpPr>
          <p:nvPr>
            <p:ph type="sldNum" sz="quarter" idx="4"/>
          </p:nvPr>
        </p:nvSpPr>
        <p:spPr>
          <a:xfrm>
            <a:off x="11496675" y="6350000"/>
            <a:ext cx="695324" cy="508000"/>
          </a:xfrm>
          <a:prstGeom prst="rect">
            <a:avLst/>
          </a:prstGeom>
        </p:spPr>
        <p:txBody>
          <a:bodyPr/>
          <a:lstStyle>
            <a:lvl1pPr algn="ctr">
              <a:defRPr sz="1200"/>
            </a:lvl1pPr>
          </a:lstStyle>
          <a:p>
            <a:fld id="{C12EF67B-7566-E64E-A5A4-F6327E453F64}" type="slidenum">
              <a:rPr kumimoji="1" lang="zh-CN" altLang="en-US" smtClean="0"/>
            </a:fld>
            <a:endParaRPr kumimoji="1" lang="zh-CN" altLang="en-US"/>
          </a:p>
        </p:txBody>
      </p:sp>
      <p:pic>
        <p:nvPicPr>
          <p:cNvPr id="14" name="图片 13"/>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0464800" y="313092"/>
            <a:ext cx="1223114" cy="360000"/>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60_标题幻灯片">
    <p:spTree>
      <p:nvGrpSpPr>
        <p:cNvPr id="1" name=""/>
        <p:cNvGrpSpPr/>
        <p:nvPr/>
      </p:nvGrpSpPr>
      <p:grpSpPr>
        <a:xfrm>
          <a:off x="0" y="0"/>
          <a:ext cx="0" cy="0"/>
          <a:chOff x="0" y="0"/>
          <a:chExt cx="0" cy="0"/>
        </a:xfrm>
      </p:grpSpPr>
      <p:cxnSp>
        <p:nvCxnSpPr>
          <p:cNvPr id="13" name="直线连接符 12"/>
          <p:cNvCxnSpPr/>
          <p:nvPr userDrawn="1"/>
        </p:nvCxnSpPr>
        <p:spPr>
          <a:xfrm>
            <a:off x="693516" y="0"/>
            <a:ext cx="0" cy="6858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 name="直线连接符 7"/>
          <p:cNvCxnSpPr/>
          <p:nvPr userDrawn="1"/>
        </p:nvCxnSpPr>
        <p:spPr>
          <a:xfrm>
            <a:off x="695095" y="9236"/>
            <a:ext cx="0" cy="6858000"/>
          </a:xfrm>
          <a:prstGeom prst="line">
            <a:avLst/>
          </a:prstGeom>
          <a:ln>
            <a:solidFill>
              <a:srgbClr val="DDDDDD"/>
            </a:solidFill>
          </a:ln>
        </p:spPr>
        <p:style>
          <a:lnRef idx="1">
            <a:schemeClr val="accent1"/>
          </a:lnRef>
          <a:fillRef idx="0">
            <a:schemeClr val="accent1"/>
          </a:fillRef>
          <a:effectRef idx="0">
            <a:schemeClr val="accent1"/>
          </a:effectRef>
          <a:fontRef idx="minor">
            <a:schemeClr val="tx1"/>
          </a:fontRef>
        </p:style>
      </p:cxnSp>
      <p:sp>
        <p:nvSpPr>
          <p:cNvPr id="5" name="幻灯片编号占位符 5"/>
          <p:cNvSpPr>
            <a:spLocks noGrp="1"/>
          </p:cNvSpPr>
          <p:nvPr>
            <p:ph type="sldNum" sz="quarter" idx="4"/>
          </p:nvPr>
        </p:nvSpPr>
        <p:spPr>
          <a:xfrm>
            <a:off x="11496675" y="6350000"/>
            <a:ext cx="695324" cy="508000"/>
          </a:xfrm>
          <a:prstGeom prst="rect">
            <a:avLst/>
          </a:prstGeom>
        </p:spPr>
        <p:txBody>
          <a:bodyPr/>
          <a:lstStyle/>
          <a:p>
            <a:fld id="{C12EF67B-7566-E64E-A5A4-F6327E453F64}" type="slidenum">
              <a:rPr kumimoji="1" lang="zh-CN" altLang="en-US" smtClean="0"/>
            </a:fld>
            <a:endParaRPr kumimoji="1" lang="zh-CN" altLang="en-US"/>
          </a:p>
        </p:txBody>
      </p:sp>
      <p:pic>
        <p:nvPicPr>
          <p:cNvPr id="6" name="图片 5"/>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0464800" y="313092"/>
            <a:ext cx="1223114" cy="360000"/>
          </a:xfrm>
          <a:prstGeom prst="rect">
            <a:avLst/>
          </a:prstGeom>
        </p:spPr>
      </p:pic>
      <p:pic>
        <p:nvPicPr>
          <p:cNvPr id="8" name="图片 7" descr="1_画板 1"/>
          <p:cNvPicPr>
            <a:picLocks noChangeAspect="1"/>
          </p:cNvPicPr>
          <p:nvPr userDrawn="1"/>
        </p:nvPicPr>
        <p:blipFill>
          <a:blip r:embed="rId3"/>
          <a:stretch>
            <a:fillRect/>
          </a:stretch>
        </p:blipFill>
        <p:spPr>
          <a:xfrm>
            <a:off x="691514" y="2786144"/>
            <a:ext cx="11500485" cy="444754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kumimoji="1" lang="zh-CN" altLang="en-US"/>
              <a:t>单击此处编辑母版标题样式</a:t>
            </a:r>
            <a:endParaRPr kumimoji="1"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a:t>单击此处编辑母版副标题样式</a:t>
            </a:r>
            <a:endParaRPr kumimoji="1" lang="zh-CN" altLang="en-US"/>
          </a:p>
        </p:txBody>
      </p:sp>
      <p:sp>
        <p:nvSpPr>
          <p:cNvPr id="4" name="日期占位符 3"/>
          <p:cNvSpPr>
            <a:spLocks noGrp="1"/>
          </p:cNvSpPr>
          <p:nvPr>
            <p:ph type="dt" sz="half" idx="10"/>
          </p:nvPr>
        </p:nvSpPr>
        <p:spPr/>
        <p:txBody>
          <a:bodyPr/>
          <a:lstStyle/>
          <a:p>
            <a:fld id="{652B196B-DD78-FA40-A0A3-705921BF2E62}" type="datetimeFigureOut">
              <a:rPr kumimoji="1" lang="zh-CN" altLang="en-US" smtClean="0"/>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灯片编号占位符 5"/>
          <p:cNvSpPr>
            <a:spLocks noGrp="1"/>
          </p:cNvSpPr>
          <p:nvPr>
            <p:ph type="sldNum" sz="quarter" idx="12"/>
          </p:nvPr>
        </p:nvSpPr>
        <p:spPr/>
        <p:txBody>
          <a:bodyPr/>
          <a:lstStyle/>
          <a:p>
            <a:fld id="{AE74CAF5-4062-2941-A82C-2092E937238E}" type="slidenum">
              <a:rPr kumimoji="1" lang="zh-CN" altLang="en-US" smtClean="0"/>
            </a:fld>
            <a:endParaRPr kumimoji="1"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endParaRPr kumimoji="1" lang="zh-CN" altLang="en-US"/>
          </a:p>
        </p:txBody>
      </p:sp>
      <p:sp>
        <p:nvSpPr>
          <p:cNvPr id="3" name="内容占位符 2"/>
          <p:cNvSpPr>
            <a:spLocks noGrp="1"/>
          </p:cNvSpPr>
          <p:nvPr>
            <p:ph idx="1"/>
          </p:nvPr>
        </p:nvSpPr>
        <p:spPr/>
        <p:txBody>
          <a:bodyPr/>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4" name="日期占位符 3"/>
          <p:cNvSpPr>
            <a:spLocks noGrp="1"/>
          </p:cNvSpPr>
          <p:nvPr>
            <p:ph type="dt" sz="half" idx="10"/>
          </p:nvPr>
        </p:nvSpPr>
        <p:spPr/>
        <p:txBody>
          <a:bodyPr/>
          <a:lstStyle/>
          <a:p>
            <a:fld id="{652B196B-DD78-FA40-A0A3-705921BF2E62}" type="datetimeFigureOut">
              <a:rPr kumimoji="1" lang="zh-CN" altLang="en-US" smtClean="0"/>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灯片编号占位符 5"/>
          <p:cNvSpPr>
            <a:spLocks noGrp="1"/>
          </p:cNvSpPr>
          <p:nvPr>
            <p:ph type="sldNum" sz="quarter" idx="12"/>
          </p:nvPr>
        </p:nvSpPr>
        <p:spPr/>
        <p:txBody>
          <a:bodyPr/>
          <a:lstStyle/>
          <a:p>
            <a:fld id="{AE74CAF5-4062-2941-A82C-2092E937238E}" type="slidenum">
              <a:rPr kumimoji="1" lang="zh-CN" altLang="en-US" smtClean="0"/>
            </a:fld>
            <a:endParaRPr kumimoji="1"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kumimoji="1" lang="zh-CN" altLang="en-US"/>
              <a:t>单击此处编辑母版标题样式</a:t>
            </a:r>
            <a:endParaRPr kumimoji="1"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zh-CN" altLang="en-US"/>
              <a:t>单击此处编辑母版文本样式</a:t>
            </a:r>
            <a:endParaRPr kumimoji="1" lang="zh-CN" altLang="en-US"/>
          </a:p>
        </p:txBody>
      </p:sp>
      <p:sp>
        <p:nvSpPr>
          <p:cNvPr id="4" name="日期占位符 3"/>
          <p:cNvSpPr>
            <a:spLocks noGrp="1"/>
          </p:cNvSpPr>
          <p:nvPr>
            <p:ph type="dt" sz="half" idx="10"/>
          </p:nvPr>
        </p:nvSpPr>
        <p:spPr/>
        <p:txBody>
          <a:bodyPr/>
          <a:lstStyle/>
          <a:p>
            <a:fld id="{652B196B-DD78-FA40-A0A3-705921BF2E62}" type="datetimeFigureOut">
              <a:rPr kumimoji="1" lang="zh-CN" altLang="en-US" smtClean="0"/>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灯片编号占位符 5"/>
          <p:cNvSpPr>
            <a:spLocks noGrp="1"/>
          </p:cNvSpPr>
          <p:nvPr>
            <p:ph type="sldNum" sz="quarter" idx="12"/>
          </p:nvPr>
        </p:nvSpPr>
        <p:spPr/>
        <p:txBody>
          <a:bodyPr/>
          <a:lstStyle/>
          <a:p>
            <a:fld id="{AE74CAF5-4062-2941-A82C-2092E937238E}" type="slidenum">
              <a:rPr kumimoji="1" lang="zh-CN" altLang="en-US" smtClean="0"/>
            </a:fld>
            <a:endParaRPr kumimoji="1"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endParaRPr kumimoji="1" lang="zh-CN" altLang="en-US"/>
          </a:p>
        </p:txBody>
      </p:sp>
      <p:sp>
        <p:nvSpPr>
          <p:cNvPr id="3" name="内容占位符 2"/>
          <p:cNvSpPr>
            <a:spLocks noGrp="1"/>
          </p:cNvSpPr>
          <p:nvPr>
            <p:ph sz="half" idx="1"/>
          </p:nvPr>
        </p:nvSpPr>
        <p:spPr>
          <a:xfrm>
            <a:off x="838200" y="1825625"/>
            <a:ext cx="5181600" cy="4351338"/>
          </a:xfrm>
        </p:spPr>
        <p:txBody>
          <a:bodyPr/>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4" name="内容占位符 3"/>
          <p:cNvSpPr>
            <a:spLocks noGrp="1"/>
          </p:cNvSpPr>
          <p:nvPr>
            <p:ph sz="half" idx="2"/>
          </p:nvPr>
        </p:nvSpPr>
        <p:spPr>
          <a:xfrm>
            <a:off x="6172200" y="1825625"/>
            <a:ext cx="5181600" cy="4351338"/>
          </a:xfrm>
        </p:spPr>
        <p:txBody>
          <a:bodyPr/>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5" name="日期占位符 4"/>
          <p:cNvSpPr>
            <a:spLocks noGrp="1"/>
          </p:cNvSpPr>
          <p:nvPr>
            <p:ph type="dt" sz="half" idx="10"/>
          </p:nvPr>
        </p:nvSpPr>
        <p:spPr/>
        <p:txBody>
          <a:bodyPr/>
          <a:lstStyle/>
          <a:p>
            <a:fld id="{652B196B-DD78-FA40-A0A3-705921BF2E62}" type="datetimeFigureOut">
              <a:rPr kumimoji="1" lang="zh-CN" altLang="en-US" smtClean="0"/>
            </a:fld>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灯片编号占位符 6"/>
          <p:cNvSpPr>
            <a:spLocks noGrp="1"/>
          </p:cNvSpPr>
          <p:nvPr>
            <p:ph type="sldNum" sz="quarter" idx="12"/>
          </p:nvPr>
        </p:nvSpPr>
        <p:spPr/>
        <p:txBody>
          <a:bodyPr/>
          <a:lstStyle/>
          <a:p>
            <a:fld id="{AE74CAF5-4062-2941-A82C-2092E937238E}" type="slidenum">
              <a:rPr kumimoji="1" lang="zh-CN" altLang="en-US" smtClean="0"/>
            </a:fld>
            <a:endParaRPr kumimoji="1"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kumimoji="1" lang="zh-CN" altLang="en-US"/>
              <a:t>单击此处编辑母版标题样式</a:t>
            </a:r>
            <a:endParaRPr kumimoji="1"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endParaRPr kumimoji="1" lang="zh-CN" altLang="en-US"/>
          </a:p>
        </p:txBody>
      </p:sp>
      <p:sp>
        <p:nvSpPr>
          <p:cNvPr id="4" name="内容占位符 3"/>
          <p:cNvSpPr>
            <a:spLocks noGrp="1"/>
          </p:cNvSpPr>
          <p:nvPr>
            <p:ph sz="half" idx="2"/>
          </p:nvPr>
        </p:nvSpPr>
        <p:spPr>
          <a:xfrm>
            <a:off x="839788" y="2505075"/>
            <a:ext cx="5157787" cy="3684588"/>
          </a:xfrm>
        </p:spPr>
        <p:txBody>
          <a:bodyPr/>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endParaRPr kumimoji="1" lang="zh-CN" altLang="en-US"/>
          </a:p>
        </p:txBody>
      </p:sp>
      <p:sp>
        <p:nvSpPr>
          <p:cNvPr id="6" name="内容占位符 5"/>
          <p:cNvSpPr>
            <a:spLocks noGrp="1"/>
          </p:cNvSpPr>
          <p:nvPr>
            <p:ph sz="quarter" idx="4"/>
          </p:nvPr>
        </p:nvSpPr>
        <p:spPr>
          <a:xfrm>
            <a:off x="6172200" y="2505075"/>
            <a:ext cx="5183188" cy="3684588"/>
          </a:xfrm>
        </p:spPr>
        <p:txBody>
          <a:bodyPr/>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7" name="日期占位符 6"/>
          <p:cNvSpPr>
            <a:spLocks noGrp="1"/>
          </p:cNvSpPr>
          <p:nvPr>
            <p:ph type="dt" sz="half" idx="10"/>
          </p:nvPr>
        </p:nvSpPr>
        <p:spPr/>
        <p:txBody>
          <a:bodyPr/>
          <a:lstStyle/>
          <a:p>
            <a:fld id="{652B196B-DD78-FA40-A0A3-705921BF2E62}" type="datetimeFigureOut">
              <a:rPr kumimoji="1" lang="zh-CN" altLang="en-US" smtClean="0"/>
            </a:fld>
            <a:endParaRPr kumimoji="1" lang="zh-CN" altLang="en-US"/>
          </a:p>
        </p:txBody>
      </p:sp>
      <p:sp>
        <p:nvSpPr>
          <p:cNvPr id="8" name="页脚占位符 7"/>
          <p:cNvSpPr>
            <a:spLocks noGrp="1"/>
          </p:cNvSpPr>
          <p:nvPr>
            <p:ph type="ftr" sz="quarter" idx="11"/>
          </p:nvPr>
        </p:nvSpPr>
        <p:spPr/>
        <p:txBody>
          <a:bodyPr/>
          <a:lstStyle/>
          <a:p>
            <a:endParaRPr kumimoji="1" lang="zh-CN" altLang="en-US"/>
          </a:p>
        </p:txBody>
      </p:sp>
      <p:sp>
        <p:nvSpPr>
          <p:cNvPr id="9" name="灯片编号占位符 8"/>
          <p:cNvSpPr>
            <a:spLocks noGrp="1"/>
          </p:cNvSpPr>
          <p:nvPr>
            <p:ph type="sldNum" sz="quarter" idx="12"/>
          </p:nvPr>
        </p:nvSpPr>
        <p:spPr/>
        <p:txBody>
          <a:bodyPr/>
          <a:lstStyle/>
          <a:p>
            <a:fld id="{AE74CAF5-4062-2941-A82C-2092E937238E}" type="slidenum">
              <a:rPr kumimoji="1" lang="zh-CN" altLang="en-US" smtClean="0"/>
            </a:fld>
            <a:endParaRPr kumimoji="1"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endParaRPr kumimoji="1" lang="zh-CN" altLang="en-US"/>
          </a:p>
        </p:txBody>
      </p:sp>
      <p:sp>
        <p:nvSpPr>
          <p:cNvPr id="3" name="日期占位符 2"/>
          <p:cNvSpPr>
            <a:spLocks noGrp="1"/>
          </p:cNvSpPr>
          <p:nvPr>
            <p:ph type="dt" sz="half" idx="10"/>
          </p:nvPr>
        </p:nvSpPr>
        <p:spPr/>
        <p:txBody>
          <a:bodyPr/>
          <a:lstStyle/>
          <a:p>
            <a:fld id="{652B196B-DD78-FA40-A0A3-705921BF2E62}" type="datetimeFigureOut">
              <a:rPr kumimoji="1" lang="zh-CN" altLang="en-US" smtClean="0"/>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AE74CAF5-4062-2941-A82C-2092E937238E}" type="slidenum">
              <a:rPr kumimoji="1" lang="zh-CN" altLang="en-US" smtClean="0"/>
            </a:fld>
            <a:endParaRPr kumimoji="1"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652B196B-DD78-FA40-A0A3-705921BF2E62}" type="datetimeFigureOut">
              <a:rPr kumimoji="1" lang="zh-CN" altLang="en-US" smtClean="0"/>
            </a:fld>
            <a:endParaRPr kumimoji="1" lang="zh-CN" altLang="en-US"/>
          </a:p>
        </p:txBody>
      </p:sp>
      <p:sp>
        <p:nvSpPr>
          <p:cNvPr id="3" name="页脚占位符 2"/>
          <p:cNvSpPr>
            <a:spLocks noGrp="1"/>
          </p:cNvSpPr>
          <p:nvPr>
            <p:ph type="ftr" sz="quarter" idx="11"/>
          </p:nvPr>
        </p:nvSpPr>
        <p:spPr/>
        <p:txBody>
          <a:bodyPr/>
          <a:lstStyle/>
          <a:p>
            <a:endParaRPr kumimoji="1" lang="zh-CN" altLang="en-US"/>
          </a:p>
        </p:txBody>
      </p:sp>
      <p:sp>
        <p:nvSpPr>
          <p:cNvPr id="4" name="灯片编号占位符 3"/>
          <p:cNvSpPr>
            <a:spLocks noGrp="1"/>
          </p:cNvSpPr>
          <p:nvPr>
            <p:ph type="sldNum" sz="quarter" idx="12"/>
          </p:nvPr>
        </p:nvSpPr>
        <p:spPr/>
        <p:txBody>
          <a:bodyPr/>
          <a:lstStyle/>
          <a:p>
            <a:fld id="{AE74CAF5-4062-2941-A82C-2092E937238E}" type="slidenum">
              <a:rPr kumimoji="1" lang="zh-CN" altLang="en-US" smtClean="0"/>
            </a:fld>
            <a:endParaRPr kumimoji="1"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endParaRPr kumimoji="1"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endParaRPr kumimoji="1" lang="zh-CN" altLang="en-US"/>
          </a:p>
        </p:txBody>
      </p:sp>
      <p:sp>
        <p:nvSpPr>
          <p:cNvPr id="5" name="日期占位符 4"/>
          <p:cNvSpPr>
            <a:spLocks noGrp="1"/>
          </p:cNvSpPr>
          <p:nvPr>
            <p:ph type="dt" sz="half" idx="10"/>
          </p:nvPr>
        </p:nvSpPr>
        <p:spPr/>
        <p:txBody>
          <a:bodyPr/>
          <a:lstStyle/>
          <a:p>
            <a:fld id="{652B196B-DD78-FA40-A0A3-705921BF2E62}" type="datetimeFigureOut">
              <a:rPr kumimoji="1" lang="zh-CN" altLang="en-US" smtClean="0"/>
            </a:fld>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灯片编号占位符 6"/>
          <p:cNvSpPr>
            <a:spLocks noGrp="1"/>
          </p:cNvSpPr>
          <p:nvPr>
            <p:ph type="sldNum" sz="quarter" idx="12"/>
          </p:nvPr>
        </p:nvSpPr>
        <p:spPr/>
        <p:txBody>
          <a:bodyPr/>
          <a:lstStyle/>
          <a:p>
            <a:fld id="{AE74CAF5-4062-2941-A82C-2092E937238E}" type="slidenum">
              <a:rPr kumimoji="1" lang="zh-CN" altLang="en-US" smtClean="0"/>
            </a:fld>
            <a:endParaRPr kumimoji="1"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endParaRPr kumimoji="1"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endParaRPr kumimoji="1" lang="zh-CN" altLang="en-US"/>
          </a:p>
        </p:txBody>
      </p:sp>
      <p:sp>
        <p:nvSpPr>
          <p:cNvPr id="5" name="日期占位符 4"/>
          <p:cNvSpPr>
            <a:spLocks noGrp="1"/>
          </p:cNvSpPr>
          <p:nvPr>
            <p:ph type="dt" sz="half" idx="10"/>
          </p:nvPr>
        </p:nvSpPr>
        <p:spPr/>
        <p:txBody>
          <a:bodyPr/>
          <a:lstStyle/>
          <a:p>
            <a:fld id="{652B196B-DD78-FA40-A0A3-705921BF2E62}" type="datetimeFigureOut">
              <a:rPr kumimoji="1" lang="zh-CN" altLang="en-US" smtClean="0"/>
            </a:fld>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灯片编号占位符 6"/>
          <p:cNvSpPr>
            <a:spLocks noGrp="1"/>
          </p:cNvSpPr>
          <p:nvPr>
            <p:ph type="sldNum" sz="quarter" idx="12"/>
          </p:nvPr>
        </p:nvSpPr>
        <p:spPr/>
        <p:txBody>
          <a:bodyPr/>
          <a:lstStyle/>
          <a:p>
            <a:fld id="{AE74CAF5-4062-2941-A82C-2092E937238E}" type="slidenum">
              <a:rPr kumimoji="1" lang="zh-CN" altLang="en-US" smtClean="0"/>
            </a:fld>
            <a:endParaRPr kumimoji="1"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endParaRPr kumimoji="1" lang="zh-CN" altLang="en-US"/>
          </a:p>
        </p:txBody>
      </p:sp>
      <p:sp>
        <p:nvSpPr>
          <p:cNvPr id="3" name="竖排文字占位符 2"/>
          <p:cNvSpPr>
            <a:spLocks noGrp="1"/>
          </p:cNvSpPr>
          <p:nvPr>
            <p:ph type="body" orient="vert" idx="1"/>
          </p:nvPr>
        </p:nvSpPr>
        <p:spPr/>
        <p:txBody>
          <a:bodyPr vert="eaVert"/>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4" name="日期占位符 3"/>
          <p:cNvSpPr>
            <a:spLocks noGrp="1"/>
          </p:cNvSpPr>
          <p:nvPr>
            <p:ph type="dt" sz="half" idx="10"/>
          </p:nvPr>
        </p:nvSpPr>
        <p:spPr/>
        <p:txBody>
          <a:bodyPr/>
          <a:lstStyle/>
          <a:p>
            <a:fld id="{652B196B-DD78-FA40-A0A3-705921BF2E62}" type="datetimeFigureOut">
              <a:rPr kumimoji="1" lang="zh-CN" altLang="en-US" smtClean="0"/>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灯片编号占位符 5"/>
          <p:cNvSpPr>
            <a:spLocks noGrp="1"/>
          </p:cNvSpPr>
          <p:nvPr>
            <p:ph type="sldNum" sz="quarter" idx="12"/>
          </p:nvPr>
        </p:nvSpPr>
        <p:spPr/>
        <p:txBody>
          <a:bodyPr/>
          <a:lstStyle/>
          <a:p>
            <a:fld id="{AE74CAF5-4062-2941-A82C-2092E937238E}" type="slidenum">
              <a:rPr kumimoji="1" lang="zh-CN" altLang="en-US" smtClean="0"/>
            </a:fld>
            <a:endParaRPr kumimoji="1"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kumimoji="1" lang="zh-CN" altLang="en-US"/>
              <a:t>单击此处编辑母版标题样式</a:t>
            </a:r>
            <a:endParaRPr kumimoji="1"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4" name="日期占位符 3"/>
          <p:cNvSpPr>
            <a:spLocks noGrp="1"/>
          </p:cNvSpPr>
          <p:nvPr>
            <p:ph type="dt" sz="half" idx="10"/>
          </p:nvPr>
        </p:nvSpPr>
        <p:spPr/>
        <p:txBody>
          <a:bodyPr/>
          <a:lstStyle/>
          <a:p>
            <a:fld id="{652B196B-DD78-FA40-A0A3-705921BF2E62}" type="datetimeFigureOut">
              <a:rPr kumimoji="1" lang="zh-CN" altLang="en-US" smtClean="0"/>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灯片编号占位符 5"/>
          <p:cNvSpPr>
            <a:spLocks noGrp="1"/>
          </p:cNvSpPr>
          <p:nvPr>
            <p:ph type="sldNum" sz="quarter" idx="12"/>
          </p:nvPr>
        </p:nvSpPr>
        <p:spPr/>
        <p:txBody>
          <a:bodyPr/>
          <a:lstStyle/>
          <a:p>
            <a:fld id="{AE74CAF5-4062-2941-A82C-2092E937238E}" type="slidenum">
              <a:rPr kumimoji="1" lang="zh-CN" altLang="en-US" smtClean="0"/>
            </a:fld>
            <a:endParaRPr kumimoji="1"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8_标题幻灯片">
    <p:spTree>
      <p:nvGrpSpPr>
        <p:cNvPr id="1" name=""/>
        <p:cNvGrpSpPr/>
        <p:nvPr/>
      </p:nvGrpSpPr>
      <p:grpSpPr>
        <a:xfrm>
          <a:off x="0" y="0"/>
          <a:ext cx="0" cy="0"/>
          <a:chOff x="0" y="0"/>
          <a:chExt cx="0" cy="0"/>
        </a:xfrm>
      </p:grpSpPr>
      <p:sp>
        <p:nvSpPr>
          <p:cNvPr id="10" name="矩形 9"/>
          <p:cNvSpPr/>
          <p:nvPr userDrawn="1"/>
        </p:nvSpPr>
        <p:spPr>
          <a:xfrm rot="16200000">
            <a:off x="-2223611" y="3082288"/>
            <a:ext cx="5040000" cy="69532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kumimoji="1" lang="de-DE" altLang="zh-CN" sz="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GOLDWIND SCIENCE &amp; TECHNOLOGY CO., LTD.</a:t>
            </a:r>
            <a:endParaRPr kumimoji="1" lang="zh-CN" altLang="en-US" sz="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cxnSp>
        <p:nvCxnSpPr>
          <p:cNvPr id="8" name="直线连接符 7"/>
          <p:cNvCxnSpPr/>
          <p:nvPr userDrawn="1"/>
        </p:nvCxnSpPr>
        <p:spPr>
          <a:xfrm>
            <a:off x="693516" y="0"/>
            <a:ext cx="0" cy="6858000"/>
          </a:xfrm>
          <a:prstGeom prst="line">
            <a:avLst/>
          </a:prstGeom>
          <a:ln>
            <a:solidFill>
              <a:srgbClr val="DDDDDD"/>
            </a:solidFill>
          </a:ln>
        </p:spPr>
        <p:style>
          <a:lnRef idx="1">
            <a:schemeClr val="accent1"/>
          </a:lnRef>
          <a:fillRef idx="0">
            <a:schemeClr val="accent1"/>
          </a:fillRef>
          <a:effectRef idx="0">
            <a:schemeClr val="accent1"/>
          </a:effectRef>
          <a:fontRef idx="minor">
            <a:schemeClr val="tx1"/>
          </a:fontRef>
        </p:style>
      </p:cxnSp>
      <p:cxnSp>
        <p:nvCxnSpPr>
          <p:cNvPr id="7" name="直线连接符 41"/>
          <p:cNvCxnSpPr/>
          <p:nvPr userDrawn="1"/>
        </p:nvCxnSpPr>
        <p:spPr>
          <a:xfrm flipV="1">
            <a:off x="0" y="787682"/>
            <a:ext cx="3126154" cy="7390"/>
          </a:xfrm>
          <a:prstGeom prst="line">
            <a:avLst/>
          </a:prstGeom>
          <a:noFill/>
          <a:ln w="19050" cap="flat" cmpd="sng" algn="ctr">
            <a:gradFill flip="none" rotWithShape="1">
              <a:gsLst>
                <a:gs pos="0">
                  <a:schemeClr val="accent1">
                    <a:lumMod val="5000"/>
                    <a:lumOff val="95000"/>
                  </a:schemeClr>
                </a:gs>
                <a:gs pos="50000">
                  <a:schemeClr val="bg1">
                    <a:lumMod val="65000"/>
                  </a:schemeClr>
                </a:gs>
                <a:gs pos="100000">
                  <a:schemeClr val="tx1">
                    <a:lumMod val="65000"/>
                    <a:lumOff val="35000"/>
                  </a:schemeClr>
                </a:gs>
              </a:gsLst>
              <a:lin ang="10800000" scaled="1"/>
              <a:tileRect/>
            </a:gradFill>
            <a:prstDash val="solid"/>
            <a:miter lim="800000"/>
            <a:headEnd type="none" w="sm" len="sm"/>
            <a:tailEnd type="none"/>
          </a:ln>
          <a:effectLst/>
        </p:spPr>
      </p:cxnSp>
      <p:sp>
        <p:nvSpPr>
          <p:cNvPr id="11" name="文本占位符 16"/>
          <p:cNvSpPr>
            <a:spLocks noGrp="1"/>
          </p:cNvSpPr>
          <p:nvPr>
            <p:ph type="body" sz="quarter" idx="10"/>
          </p:nvPr>
        </p:nvSpPr>
        <p:spPr>
          <a:xfrm>
            <a:off x="693516" y="-204"/>
            <a:ext cx="9360000" cy="781200"/>
          </a:xfrm>
          <a:prstGeom prst="rect">
            <a:avLst/>
          </a:prstGeom>
        </p:spPr>
        <p:txBody>
          <a:bodyPr lIns="72000" tIns="36000" rIns="72000" bIns="36000" anchor="b" anchorCtr="0"/>
          <a:lstStyle>
            <a:lvl1pPr marL="0" indent="0">
              <a:buNone/>
              <a:defRPr sz="2400" b="1">
                <a:solidFill>
                  <a:srgbClr val="0178BC"/>
                </a:solidFill>
              </a:defRPr>
            </a:lvl1pPr>
            <a:lvl2pPr marL="457200" indent="0">
              <a:buNone/>
              <a:defRPr/>
            </a:lvl2pPr>
          </a:lstStyle>
          <a:p>
            <a:pPr lvl="0"/>
            <a:r>
              <a:rPr lang="zh-CN" altLang="en-US" dirty="0"/>
              <a:t>单击此处编辑母版文本样式</a:t>
            </a:r>
            <a:endParaRPr lang="zh-CN" altLang="en-US" dirty="0"/>
          </a:p>
        </p:txBody>
      </p:sp>
      <p:sp>
        <p:nvSpPr>
          <p:cNvPr id="12" name="幻灯片编号占位符 5"/>
          <p:cNvSpPr>
            <a:spLocks noGrp="1"/>
          </p:cNvSpPr>
          <p:nvPr>
            <p:ph type="sldNum" sz="quarter" idx="4"/>
          </p:nvPr>
        </p:nvSpPr>
        <p:spPr>
          <a:xfrm>
            <a:off x="11496675" y="6350000"/>
            <a:ext cx="695324" cy="508000"/>
          </a:xfrm>
          <a:prstGeom prst="rect">
            <a:avLst/>
          </a:prstGeom>
        </p:spPr>
        <p:txBody>
          <a:bodyPr/>
          <a:lstStyle>
            <a:lvl1pPr algn="ctr">
              <a:defRPr sz="1200"/>
            </a:lvl1pPr>
          </a:lstStyle>
          <a:p>
            <a:fld id="{C12EF67B-7566-E64E-A5A4-F6327E453F64}" type="slidenum">
              <a:rPr kumimoji="1" lang="zh-CN" altLang="en-US" smtClean="0"/>
            </a:fld>
            <a:endParaRPr kumimoji="1" lang="zh-CN" altLang="en-US"/>
          </a:p>
        </p:txBody>
      </p:sp>
      <p:pic>
        <p:nvPicPr>
          <p:cNvPr id="14" name="图片 13"/>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0464800" y="313092"/>
            <a:ext cx="1223114" cy="360000"/>
          </a:xfrm>
          <a:prstGeom prst="rect">
            <a:avLst/>
          </a:prstGeom>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60_标题幻灯片">
    <p:spTree>
      <p:nvGrpSpPr>
        <p:cNvPr id="1" name=""/>
        <p:cNvGrpSpPr/>
        <p:nvPr/>
      </p:nvGrpSpPr>
      <p:grpSpPr>
        <a:xfrm>
          <a:off x="0" y="0"/>
          <a:ext cx="0" cy="0"/>
          <a:chOff x="0" y="0"/>
          <a:chExt cx="0" cy="0"/>
        </a:xfrm>
      </p:grpSpPr>
      <p:cxnSp>
        <p:nvCxnSpPr>
          <p:cNvPr id="13" name="直线连接符 12"/>
          <p:cNvCxnSpPr/>
          <p:nvPr userDrawn="1"/>
        </p:nvCxnSpPr>
        <p:spPr>
          <a:xfrm>
            <a:off x="693516" y="0"/>
            <a:ext cx="0" cy="6858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 name="直线连接符 7"/>
          <p:cNvCxnSpPr/>
          <p:nvPr userDrawn="1"/>
        </p:nvCxnSpPr>
        <p:spPr>
          <a:xfrm>
            <a:off x="695095" y="9236"/>
            <a:ext cx="0" cy="6858000"/>
          </a:xfrm>
          <a:prstGeom prst="line">
            <a:avLst/>
          </a:prstGeom>
          <a:ln>
            <a:solidFill>
              <a:srgbClr val="DDDDDD"/>
            </a:solidFill>
          </a:ln>
        </p:spPr>
        <p:style>
          <a:lnRef idx="1">
            <a:schemeClr val="accent1"/>
          </a:lnRef>
          <a:fillRef idx="0">
            <a:schemeClr val="accent1"/>
          </a:fillRef>
          <a:effectRef idx="0">
            <a:schemeClr val="accent1"/>
          </a:effectRef>
          <a:fontRef idx="minor">
            <a:schemeClr val="tx1"/>
          </a:fontRef>
        </p:style>
      </p:cxnSp>
      <p:sp>
        <p:nvSpPr>
          <p:cNvPr id="5" name="幻灯片编号占位符 5"/>
          <p:cNvSpPr>
            <a:spLocks noGrp="1"/>
          </p:cNvSpPr>
          <p:nvPr>
            <p:ph type="sldNum" sz="quarter" idx="4"/>
          </p:nvPr>
        </p:nvSpPr>
        <p:spPr>
          <a:xfrm>
            <a:off x="11496675" y="6350000"/>
            <a:ext cx="695324" cy="508000"/>
          </a:xfrm>
          <a:prstGeom prst="rect">
            <a:avLst/>
          </a:prstGeom>
        </p:spPr>
        <p:txBody>
          <a:bodyPr/>
          <a:lstStyle/>
          <a:p>
            <a:fld id="{C12EF67B-7566-E64E-A5A4-F6327E453F64}" type="slidenum">
              <a:rPr kumimoji="1" lang="zh-CN" altLang="en-US" smtClean="0"/>
            </a:fld>
            <a:endParaRPr kumimoji="1" lang="zh-CN" altLang="en-US"/>
          </a:p>
        </p:txBody>
      </p:sp>
      <p:pic>
        <p:nvPicPr>
          <p:cNvPr id="6" name="图片 5"/>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0464800" y="313092"/>
            <a:ext cx="1223114" cy="360000"/>
          </a:xfrm>
          <a:prstGeom prst="rect">
            <a:avLst/>
          </a:prstGeom>
        </p:spPr>
      </p:pic>
      <p:pic>
        <p:nvPicPr>
          <p:cNvPr id="8" name="图片 7" descr="1_画板 1"/>
          <p:cNvPicPr>
            <a:picLocks noChangeAspect="1"/>
          </p:cNvPicPr>
          <p:nvPr userDrawn="1"/>
        </p:nvPicPr>
        <p:blipFill>
          <a:blip r:embed="rId3"/>
          <a:stretch>
            <a:fillRect/>
          </a:stretch>
        </p:blipFill>
        <p:spPr>
          <a:xfrm>
            <a:off x="691514" y="2786144"/>
            <a:ext cx="11500485" cy="444754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7" Type="http://schemas.openxmlformats.org/officeDocument/2006/relationships/vmlDrawing" Target="../drawings/vmlDrawing1.vml"/><Relationship Id="rId6" Type="http://schemas.openxmlformats.org/officeDocument/2006/relationships/image" Target="../media/image1.png"/><Relationship Id="rId5" Type="http://schemas.openxmlformats.org/officeDocument/2006/relationships/image" Target="../media/image3.emf"/><Relationship Id="rId4" Type="http://schemas.openxmlformats.org/officeDocument/2006/relationships/oleObject" Target="../embeddings/oleObject1.bin"/><Relationship Id="rId3" Type="http://schemas.openxmlformats.org/officeDocument/2006/relationships/tags" Target="../tags/tag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1.xml"/><Relationship Id="rId8" Type="http://schemas.openxmlformats.org/officeDocument/2006/relationships/slideLayout" Target="../slideLayouts/slideLayout10.xml"/><Relationship Id="rId7" Type="http://schemas.openxmlformats.org/officeDocument/2006/relationships/slideLayout" Target="../slideLayouts/slideLayout9.xml"/><Relationship Id="rId6" Type="http://schemas.openxmlformats.org/officeDocument/2006/relationships/slideLayout" Target="../slideLayouts/slideLayout8.xml"/><Relationship Id="rId5" Type="http://schemas.openxmlformats.org/officeDocument/2006/relationships/slideLayout" Target="../slideLayouts/slideLayout7.xml"/><Relationship Id="rId4" Type="http://schemas.openxmlformats.org/officeDocument/2006/relationships/slideLayout" Target="../slideLayouts/slideLayout6.xml"/><Relationship Id="rId3" Type="http://schemas.openxmlformats.org/officeDocument/2006/relationships/slideLayout" Target="../slideLayouts/slideLayout5.xml"/><Relationship Id="rId2" Type="http://schemas.openxmlformats.org/officeDocument/2006/relationships/slideLayout" Target="../slideLayouts/slideLayout4.xml"/><Relationship Id="rId12" Type="http://schemas.openxmlformats.org/officeDocument/2006/relationships/theme" Target="../theme/theme2.xml"/><Relationship Id="rId11" Type="http://schemas.openxmlformats.org/officeDocument/2006/relationships/slideLayout" Target="../slideLayouts/slideLayout13.xml"/><Relationship Id="rId10" Type="http://schemas.openxmlformats.org/officeDocument/2006/relationships/slideLayout" Target="../slideLayouts/slideLayout12.xml"/><Relationship Id="rId1" Type="http://schemas.openxmlformats.org/officeDocument/2006/relationships/slideLayout" Target="../slideLayouts/slideLayout3.xml"/></Relationships>
</file>

<file path=ppt/slideMasters/_rels/slideMaster3.xml.rels><?xml version="1.0" encoding="UTF-8" standalone="yes"?>
<Relationships xmlns="http://schemas.openxmlformats.org/package/2006/relationships"><Relationship Id="rId8" Type="http://schemas.openxmlformats.org/officeDocument/2006/relationships/theme" Target="../theme/theme3.xml"/><Relationship Id="rId7" Type="http://schemas.openxmlformats.org/officeDocument/2006/relationships/vmlDrawing" Target="../drawings/vmlDrawing2.vml"/><Relationship Id="rId6" Type="http://schemas.openxmlformats.org/officeDocument/2006/relationships/image" Target="../media/image1.png"/><Relationship Id="rId5" Type="http://schemas.openxmlformats.org/officeDocument/2006/relationships/image" Target="../media/image3.emf"/><Relationship Id="rId4" Type="http://schemas.openxmlformats.org/officeDocument/2006/relationships/oleObject" Target="../embeddings/oleObject2.bin"/><Relationship Id="rId3" Type="http://schemas.openxmlformats.org/officeDocument/2006/relationships/tags" Target="../tags/tag2.xml"/><Relationship Id="rId2" Type="http://schemas.openxmlformats.org/officeDocument/2006/relationships/slideLayout" Target="../slideLayouts/slideLayout15.xml"/><Relationship Id="rId1"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 name="对象 1" hidden="1"/>
          <p:cNvGraphicFramePr>
            <a:graphicFrameLocks noChangeAspect="1"/>
          </p:cNvGraphicFramePr>
          <p:nvPr userDrawn="1">
            <p:custDataLst>
              <p:tags r:id="rId3"/>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3" name="think-cell 幻灯片" r:id="rId4" imgW="0" imgH="0" progId="TCLayout.ActiveDocument.1">
                  <p:embed/>
                </p:oleObj>
              </mc:Choice>
              <mc:Fallback>
                <p:oleObj name="think-cell 幻灯片" r:id="rId4" imgW="0" imgH="0" progId="TCLayout.ActiveDocument.1">
                  <p:embed/>
                  <p:pic>
                    <p:nvPicPr>
                      <p:cNvPr id="0" name="对象 1"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9" name="文本框 18"/>
          <p:cNvSpPr txBox="1"/>
          <p:nvPr userDrawn="1"/>
        </p:nvSpPr>
        <p:spPr>
          <a:xfrm>
            <a:off x="12205441" y="5561999"/>
            <a:ext cx="1080000" cy="430887"/>
          </a:xfrm>
          <a:prstGeom prst="rect">
            <a:avLst/>
          </a:prstGeom>
          <a:solidFill>
            <a:srgbClr val="515151"/>
          </a:solidFill>
          <a:ln>
            <a:noFill/>
          </a:ln>
        </p:spPr>
        <p:txBody>
          <a:bodyPr wrap="square" rtlCol="0">
            <a:spAutoFit/>
          </a:bodyPr>
          <a:lstStyle/>
          <a:p>
            <a:pPr algn="ctr"/>
            <a:r>
              <a:rPr lang="zh-CN" altLang="en-US" sz="1100">
                <a:solidFill>
                  <a:schemeClr val="bg1"/>
                </a:solidFill>
                <a:latin typeface="Arial" panose="020B0604020202090204" pitchFamily="34" charset="0"/>
                <a:ea typeface="微软雅黑" panose="020B0503020204020204" pitchFamily="34" charset="-122"/>
                <a:cs typeface="Arial" panose="020B0604020202090204" pitchFamily="34" charset="0"/>
              </a:rPr>
              <a:t>字体颜色</a:t>
            </a:r>
            <a:endParaRPr lang="en-US" altLang="zh-CN" sz="1100">
              <a:solidFill>
                <a:schemeClr val="bg1"/>
              </a:solidFill>
              <a:latin typeface="Arial" panose="020B0604020202090204" pitchFamily="34" charset="0"/>
              <a:ea typeface="微软雅黑" panose="020B0503020204020204" pitchFamily="34" charset="-122"/>
              <a:cs typeface="Arial" panose="020B0604020202090204" pitchFamily="34" charset="0"/>
            </a:endParaRPr>
          </a:p>
          <a:p>
            <a:pPr algn="ctr"/>
            <a:r>
              <a:rPr lang="en-US" altLang="zh-CN" sz="1100">
                <a:solidFill>
                  <a:schemeClr val="bg1"/>
                </a:solidFill>
                <a:latin typeface="Arial" panose="020B0604020202090204" pitchFamily="34" charset="0"/>
                <a:ea typeface="微软雅黑" panose="020B0503020204020204" pitchFamily="34" charset="-122"/>
                <a:cs typeface="Arial" panose="020B0604020202090204" pitchFamily="34" charset="0"/>
              </a:rPr>
              <a:t>81.81.81</a:t>
            </a:r>
            <a:endParaRPr lang="zh-CN" altLang="en-US" sz="1100">
              <a:solidFill>
                <a:schemeClr val="bg1"/>
              </a:solidFill>
              <a:latin typeface="Arial" panose="020B0604020202090204" pitchFamily="34" charset="0"/>
              <a:ea typeface="微软雅黑" panose="020B0503020204020204" pitchFamily="34" charset="-122"/>
              <a:cs typeface="Arial" panose="020B0604020202090204" pitchFamily="34" charset="0"/>
            </a:endParaRPr>
          </a:p>
        </p:txBody>
      </p:sp>
      <p:sp>
        <p:nvSpPr>
          <p:cNvPr id="20" name="文本框 19"/>
          <p:cNvSpPr txBox="1"/>
          <p:nvPr userDrawn="1"/>
        </p:nvSpPr>
        <p:spPr>
          <a:xfrm>
            <a:off x="12205441" y="5994555"/>
            <a:ext cx="1080000" cy="430887"/>
          </a:xfrm>
          <a:prstGeom prst="rect">
            <a:avLst/>
          </a:prstGeom>
          <a:solidFill>
            <a:srgbClr val="F1F1F1"/>
          </a:solidFill>
          <a:ln>
            <a:noFill/>
          </a:ln>
        </p:spPr>
        <p:txBody>
          <a:bodyPr wrap="square" rtlCol="0">
            <a:spAutoFit/>
          </a:bodyPr>
          <a:lstStyle/>
          <a:p>
            <a:pPr algn="ctr"/>
            <a:r>
              <a:rPr lang="zh-CN" altLang="en-US" sz="1100">
                <a:solidFill>
                  <a:schemeClr val="tx1">
                    <a:lumMod val="65000"/>
                    <a:lumOff val="35000"/>
                  </a:schemeClr>
                </a:solidFill>
                <a:latin typeface="Arial" panose="020B0604020202090204" pitchFamily="34" charset="0"/>
                <a:ea typeface="微软雅黑" panose="020B0503020204020204" pitchFamily="34" charset="-122"/>
                <a:cs typeface="Arial" panose="020B0604020202090204" pitchFamily="34" charset="0"/>
              </a:rPr>
              <a:t>浅背景颜色</a:t>
            </a:r>
            <a:endParaRPr lang="en-US" altLang="zh-CN" sz="1100">
              <a:solidFill>
                <a:schemeClr val="tx1">
                  <a:lumMod val="65000"/>
                  <a:lumOff val="35000"/>
                </a:schemeClr>
              </a:solidFill>
              <a:latin typeface="Arial" panose="020B0604020202090204" pitchFamily="34" charset="0"/>
              <a:ea typeface="微软雅黑" panose="020B0503020204020204" pitchFamily="34" charset="-122"/>
              <a:cs typeface="Arial" panose="020B0604020202090204" pitchFamily="34" charset="0"/>
            </a:endParaRPr>
          </a:p>
          <a:p>
            <a:pPr algn="ctr"/>
            <a:r>
              <a:rPr lang="en-US" altLang="zh-CN" sz="1100">
                <a:solidFill>
                  <a:schemeClr val="tx1">
                    <a:lumMod val="65000"/>
                    <a:lumOff val="35000"/>
                  </a:schemeClr>
                </a:solidFill>
                <a:latin typeface="Arial" panose="020B0604020202090204" pitchFamily="34" charset="0"/>
                <a:ea typeface="微软雅黑" panose="020B0503020204020204" pitchFamily="34" charset="-122"/>
                <a:cs typeface="Arial" panose="020B0604020202090204" pitchFamily="34" charset="0"/>
              </a:rPr>
              <a:t>241.241.241</a:t>
            </a:r>
            <a:endParaRPr lang="zh-CN" altLang="en-US" sz="1100">
              <a:solidFill>
                <a:schemeClr val="tx1">
                  <a:lumMod val="65000"/>
                  <a:lumOff val="35000"/>
                </a:schemeClr>
              </a:solidFill>
              <a:latin typeface="Arial" panose="020B0604020202090204" pitchFamily="34" charset="0"/>
              <a:ea typeface="微软雅黑" panose="020B0503020204020204" pitchFamily="34" charset="-122"/>
              <a:cs typeface="Arial" panose="020B0604020202090204" pitchFamily="34" charset="0"/>
            </a:endParaRPr>
          </a:p>
        </p:txBody>
      </p:sp>
      <p:sp>
        <p:nvSpPr>
          <p:cNvPr id="21" name="文本框 20"/>
          <p:cNvSpPr txBox="1"/>
          <p:nvPr userDrawn="1"/>
        </p:nvSpPr>
        <p:spPr>
          <a:xfrm>
            <a:off x="12205441" y="6427112"/>
            <a:ext cx="1080000" cy="430887"/>
          </a:xfrm>
          <a:prstGeom prst="rect">
            <a:avLst/>
          </a:prstGeom>
          <a:solidFill>
            <a:srgbClr val="848484"/>
          </a:solidFill>
          <a:ln>
            <a:noFill/>
          </a:ln>
        </p:spPr>
        <p:txBody>
          <a:bodyPr wrap="square" rtlCol="0">
            <a:spAutoFit/>
          </a:bodyPr>
          <a:lstStyle/>
          <a:p>
            <a:pPr algn="ctr"/>
            <a:r>
              <a:rPr lang="zh-CN" altLang="en-US" sz="1100">
                <a:solidFill>
                  <a:schemeClr val="bg1"/>
                </a:solidFill>
                <a:latin typeface="Arial" panose="020B0604020202090204" pitchFamily="34" charset="0"/>
                <a:ea typeface="微软雅黑" panose="020B0503020204020204" pitchFamily="34" charset="-122"/>
                <a:cs typeface="Arial" panose="020B0604020202090204" pitchFamily="34" charset="0"/>
              </a:rPr>
              <a:t>深背景颜色</a:t>
            </a:r>
            <a:endParaRPr lang="en-US" altLang="zh-CN" sz="1100">
              <a:solidFill>
                <a:schemeClr val="bg1"/>
              </a:solidFill>
              <a:latin typeface="Arial" panose="020B0604020202090204" pitchFamily="34" charset="0"/>
              <a:ea typeface="微软雅黑" panose="020B0503020204020204" pitchFamily="34" charset="-122"/>
              <a:cs typeface="Arial" panose="020B0604020202090204" pitchFamily="34" charset="0"/>
            </a:endParaRPr>
          </a:p>
          <a:p>
            <a:pPr algn="ctr"/>
            <a:r>
              <a:rPr lang="en-US" altLang="zh-CN" sz="1100">
                <a:solidFill>
                  <a:schemeClr val="bg1"/>
                </a:solidFill>
                <a:latin typeface="Arial" panose="020B0604020202090204" pitchFamily="34" charset="0"/>
                <a:ea typeface="微软雅黑" panose="020B0503020204020204" pitchFamily="34" charset="-122"/>
                <a:cs typeface="Arial" panose="020B0604020202090204" pitchFamily="34" charset="0"/>
              </a:rPr>
              <a:t>132.132.132</a:t>
            </a:r>
            <a:endParaRPr lang="zh-CN" altLang="en-US" sz="1100">
              <a:solidFill>
                <a:schemeClr val="bg1"/>
              </a:solidFill>
              <a:latin typeface="Arial" panose="020B0604020202090204" pitchFamily="34" charset="0"/>
              <a:ea typeface="微软雅黑" panose="020B0503020204020204" pitchFamily="34" charset="-122"/>
              <a:cs typeface="Arial" panose="020B0604020202090204" pitchFamily="34" charset="0"/>
            </a:endParaRPr>
          </a:p>
        </p:txBody>
      </p:sp>
      <p:sp>
        <p:nvSpPr>
          <p:cNvPr id="22" name="矩形 21"/>
          <p:cNvSpPr/>
          <p:nvPr userDrawn="1"/>
        </p:nvSpPr>
        <p:spPr>
          <a:xfrm>
            <a:off x="12205441" y="0"/>
            <a:ext cx="1080000" cy="432000"/>
          </a:xfrm>
          <a:prstGeom prst="rect">
            <a:avLst/>
          </a:prstGeom>
          <a:solidFill>
            <a:srgbClr val="00334E"/>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00">
                <a:latin typeface="Arial" panose="020B0604020202090204" pitchFamily="34" charset="0"/>
                <a:ea typeface="微软雅黑" panose="020B0503020204020204" pitchFamily="34" charset="-122"/>
                <a:cs typeface="Arial" panose="020B0604020202090204" pitchFamily="34" charset="0"/>
              </a:rPr>
              <a:t>图表色</a:t>
            </a:r>
            <a:endParaRPr lang="en-US" altLang="zh-CN" sz="1100">
              <a:latin typeface="Arial" panose="020B0604020202090204" pitchFamily="34" charset="0"/>
              <a:ea typeface="微软雅黑" panose="020B0503020204020204" pitchFamily="34" charset="-122"/>
              <a:cs typeface="Arial" panose="020B0604020202090204" pitchFamily="34" charset="0"/>
            </a:endParaRPr>
          </a:p>
          <a:p>
            <a:pPr algn="ctr"/>
            <a:r>
              <a:rPr lang="en-US" altLang="zh-CN" sz="1100">
                <a:latin typeface="Arial" panose="020B0604020202090204" pitchFamily="34" charset="0"/>
                <a:ea typeface="微软雅黑" panose="020B0503020204020204" pitchFamily="34" charset="-122"/>
                <a:cs typeface="Arial" panose="020B0604020202090204" pitchFamily="34" charset="0"/>
              </a:rPr>
              <a:t>0.51.78</a:t>
            </a:r>
            <a:endParaRPr lang="zh-CN" altLang="en-US" sz="1100">
              <a:latin typeface="Arial" panose="020B0604020202090204" pitchFamily="34" charset="0"/>
              <a:ea typeface="微软雅黑" panose="020B0503020204020204" pitchFamily="34" charset="-122"/>
              <a:cs typeface="Arial" panose="020B0604020202090204" pitchFamily="34" charset="0"/>
            </a:endParaRPr>
          </a:p>
        </p:txBody>
      </p:sp>
      <p:sp>
        <p:nvSpPr>
          <p:cNvPr id="23" name="矩形 22"/>
          <p:cNvSpPr/>
          <p:nvPr userDrawn="1"/>
        </p:nvSpPr>
        <p:spPr>
          <a:xfrm>
            <a:off x="12205441" y="431168"/>
            <a:ext cx="1080000" cy="432000"/>
          </a:xfrm>
          <a:prstGeom prst="rect">
            <a:avLst/>
          </a:prstGeom>
          <a:solidFill>
            <a:srgbClr val="004D73"/>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a:latin typeface="Arial" panose="020B0604020202090204" pitchFamily="34" charset="0"/>
                <a:ea typeface="微软雅黑" panose="020B0503020204020204" pitchFamily="34" charset="-122"/>
                <a:cs typeface="Arial" panose="020B0604020202090204" pitchFamily="34" charset="0"/>
              </a:rPr>
              <a:t>0.77.115</a:t>
            </a:r>
            <a:endParaRPr lang="zh-CN" altLang="en-US" sz="1100">
              <a:latin typeface="Arial" panose="020B0604020202090204" pitchFamily="34" charset="0"/>
              <a:ea typeface="微软雅黑" panose="020B0503020204020204" pitchFamily="34" charset="-122"/>
              <a:cs typeface="Arial" panose="020B0604020202090204" pitchFamily="34" charset="0"/>
            </a:endParaRPr>
          </a:p>
        </p:txBody>
      </p:sp>
      <p:sp>
        <p:nvSpPr>
          <p:cNvPr id="24" name="矩形 23"/>
          <p:cNvSpPr/>
          <p:nvPr userDrawn="1"/>
        </p:nvSpPr>
        <p:spPr>
          <a:xfrm>
            <a:off x="12205441" y="862336"/>
            <a:ext cx="1080000" cy="432000"/>
          </a:xfrm>
          <a:prstGeom prst="rect">
            <a:avLst/>
          </a:prstGeom>
          <a:solidFill>
            <a:srgbClr val="007FDB"/>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a:latin typeface="Arial" panose="020B0604020202090204" pitchFamily="34" charset="0"/>
                <a:ea typeface="微软雅黑" panose="020B0503020204020204" pitchFamily="34" charset="-122"/>
                <a:cs typeface="Arial" panose="020B0604020202090204" pitchFamily="34" charset="0"/>
              </a:rPr>
              <a:t>0.127.219</a:t>
            </a:r>
            <a:endParaRPr lang="zh-CN" altLang="en-US" sz="1100">
              <a:latin typeface="Arial" panose="020B0604020202090204" pitchFamily="34" charset="0"/>
              <a:ea typeface="微软雅黑" panose="020B0503020204020204" pitchFamily="34" charset="-122"/>
              <a:cs typeface="Arial" panose="020B0604020202090204" pitchFamily="34" charset="0"/>
            </a:endParaRPr>
          </a:p>
        </p:txBody>
      </p:sp>
      <p:sp>
        <p:nvSpPr>
          <p:cNvPr id="25" name="矩形 24"/>
          <p:cNvSpPr/>
          <p:nvPr userDrawn="1"/>
        </p:nvSpPr>
        <p:spPr>
          <a:xfrm>
            <a:off x="12205441" y="1293504"/>
            <a:ext cx="1080000" cy="432000"/>
          </a:xfrm>
          <a:prstGeom prst="rect">
            <a:avLst/>
          </a:prstGeom>
          <a:solidFill>
            <a:srgbClr val="DBEBFA"/>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a:solidFill>
                  <a:srgbClr val="515151"/>
                </a:solidFill>
                <a:latin typeface="Arial" panose="020B0604020202090204" pitchFamily="34" charset="0"/>
                <a:ea typeface="微软雅黑" panose="020B0503020204020204" pitchFamily="34" charset="-122"/>
                <a:cs typeface="Arial" panose="020B0604020202090204" pitchFamily="34" charset="0"/>
              </a:rPr>
              <a:t>219.235.250</a:t>
            </a:r>
            <a:endParaRPr lang="zh-CN" altLang="en-US" sz="1100">
              <a:solidFill>
                <a:srgbClr val="515151"/>
              </a:solidFill>
              <a:latin typeface="Arial" panose="020B0604020202090204" pitchFamily="34" charset="0"/>
              <a:ea typeface="微软雅黑" panose="020B0503020204020204" pitchFamily="34" charset="-122"/>
              <a:cs typeface="Arial" panose="020B0604020202090204" pitchFamily="34" charset="0"/>
            </a:endParaRPr>
          </a:p>
        </p:txBody>
      </p:sp>
      <p:sp>
        <p:nvSpPr>
          <p:cNvPr id="26" name="矩形 25"/>
          <p:cNvSpPr/>
          <p:nvPr userDrawn="1"/>
        </p:nvSpPr>
        <p:spPr>
          <a:xfrm>
            <a:off x="12205441" y="1724672"/>
            <a:ext cx="1080000" cy="432000"/>
          </a:xfrm>
          <a:prstGeom prst="rect">
            <a:avLst/>
          </a:prstGeom>
          <a:solidFill>
            <a:srgbClr val="C8C8C8"/>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a:solidFill>
                  <a:srgbClr val="515151"/>
                </a:solidFill>
                <a:latin typeface="Arial" panose="020B0604020202090204" pitchFamily="34" charset="0"/>
                <a:ea typeface="微软雅黑" panose="020B0503020204020204" pitchFamily="34" charset="-122"/>
                <a:cs typeface="Arial" panose="020B0604020202090204" pitchFamily="34" charset="0"/>
              </a:rPr>
              <a:t>200.200.200</a:t>
            </a:r>
            <a:endParaRPr lang="zh-CN" altLang="en-US" sz="1100">
              <a:solidFill>
                <a:srgbClr val="515151"/>
              </a:solidFill>
              <a:latin typeface="Arial" panose="020B0604020202090204" pitchFamily="34" charset="0"/>
              <a:ea typeface="微软雅黑" panose="020B0503020204020204" pitchFamily="34" charset="-122"/>
              <a:cs typeface="Arial" panose="020B0604020202090204" pitchFamily="34" charset="0"/>
            </a:endParaRPr>
          </a:p>
        </p:txBody>
      </p:sp>
      <p:sp>
        <p:nvSpPr>
          <p:cNvPr id="27" name="矩形 26"/>
          <p:cNvSpPr/>
          <p:nvPr userDrawn="1"/>
        </p:nvSpPr>
        <p:spPr>
          <a:xfrm>
            <a:off x="12205441" y="2155842"/>
            <a:ext cx="1080000" cy="432000"/>
          </a:xfrm>
          <a:prstGeom prst="rect">
            <a:avLst/>
          </a:prstGeom>
          <a:solidFill>
            <a:srgbClr val="DDDDDD"/>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a:solidFill>
                  <a:srgbClr val="515151"/>
                </a:solidFill>
                <a:latin typeface="Arial" panose="020B0604020202090204" pitchFamily="34" charset="0"/>
                <a:ea typeface="微软雅黑" panose="020B0503020204020204" pitchFamily="34" charset="-122"/>
                <a:cs typeface="Arial" panose="020B0604020202090204" pitchFamily="34" charset="0"/>
              </a:rPr>
              <a:t>221.221.221</a:t>
            </a:r>
            <a:endParaRPr lang="zh-CN" altLang="en-US" sz="1100">
              <a:solidFill>
                <a:srgbClr val="515151"/>
              </a:solidFill>
              <a:latin typeface="Arial" panose="020B0604020202090204" pitchFamily="34" charset="0"/>
              <a:ea typeface="微软雅黑" panose="020B0503020204020204" pitchFamily="34" charset="-122"/>
              <a:cs typeface="Arial" panose="020B0604020202090204" pitchFamily="34" charset="0"/>
            </a:endParaRPr>
          </a:p>
        </p:txBody>
      </p:sp>
      <p:sp>
        <p:nvSpPr>
          <p:cNvPr id="13" name="幻灯片编号占位符 5"/>
          <p:cNvSpPr>
            <a:spLocks noGrp="1"/>
          </p:cNvSpPr>
          <p:nvPr>
            <p:ph type="sldNum" sz="quarter" idx="4"/>
          </p:nvPr>
        </p:nvSpPr>
        <p:spPr>
          <a:xfrm>
            <a:off x="11496675" y="6350000"/>
            <a:ext cx="695324" cy="508000"/>
          </a:xfrm>
          <a:prstGeom prst="rect">
            <a:avLst/>
          </a:prstGeom>
        </p:spPr>
        <p:txBody>
          <a:bodyPr/>
          <a:lstStyle>
            <a:lvl1pPr algn="ctr">
              <a:defRPr sz="1200">
                <a:solidFill>
                  <a:srgbClr val="848484"/>
                </a:solidFill>
              </a:defRPr>
            </a:lvl1pPr>
          </a:lstStyle>
          <a:p>
            <a:fld id="{C12EF67B-7566-E64E-A5A4-F6327E453F64}" type="slidenum">
              <a:rPr kumimoji="1" lang="zh-CN" altLang="en-US" smtClean="0"/>
            </a:fld>
            <a:endParaRPr kumimoji="1" lang="zh-CN" altLang="en-US"/>
          </a:p>
        </p:txBody>
      </p:sp>
      <p:pic>
        <p:nvPicPr>
          <p:cNvPr id="14" name="图片 13"/>
          <p:cNvPicPr>
            <a:picLocks noChangeAspect="1"/>
          </p:cNvPicPr>
          <p:nvPr userDrawn="1"/>
        </p:nvPicPr>
        <p:blipFill>
          <a:blip r:embed="rId6" cstate="hqprint">
            <a:extLst>
              <a:ext uri="{28A0092B-C50C-407E-A947-70E740481C1C}">
                <a14:useLocalDpi xmlns:a14="http://schemas.microsoft.com/office/drawing/2010/main" val="0"/>
              </a:ext>
            </a:extLst>
          </a:blip>
          <a:stretch>
            <a:fillRect/>
          </a:stretch>
        </p:blipFill>
        <p:spPr>
          <a:xfrm>
            <a:off x="10464800" y="313092"/>
            <a:ext cx="1223114" cy="360000"/>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endParaRPr kumimoji="1"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52B196B-DD78-FA40-A0A3-705921BF2E62}" type="datetimeFigureOut">
              <a:rPr kumimoji="1" lang="zh-CN" altLang="en-US" smtClean="0"/>
            </a:fld>
            <a:endParaRPr kumimoji="1"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E74CAF5-4062-2941-A82C-2092E937238E}" type="slidenum">
              <a:rPr kumimoji="1" lang="zh-CN" altLang="en-US" smtClean="0"/>
            </a:fld>
            <a:endParaRPr kumimoji="1" lang="zh-CN" altLang="en-US"/>
          </a:p>
        </p:txBody>
      </p:sp>
    </p:spTree>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 name="对象 1" hidden="1"/>
          <p:cNvGraphicFramePr>
            <a:graphicFrameLocks noChangeAspect="1"/>
          </p:cNvGraphicFramePr>
          <p:nvPr userDrawn="1">
            <p:custDataLst>
              <p:tags r:id="rId3"/>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3" name="think-cell 幻灯片" r:id="rId4" imgW="0" imgH="0" progId="TCLayout.ActiveDocument.1">
                  <p:embed/>
                </p:oleObj>
              </mc:Choice>
              <mc:Fallback>
                <p:oleObj name="think-cell 幻灯片" r:id="rId4" imgW="0" imgH="0" progId="TCLayout.ActiveDocument.1">
                  <p:embed/>
                  <p:pic>
                    <p:nvPicPr>
                      <p:cNvPr id="0" name="对象 1"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9" name="文本框 18"/>
          <p:cNvSpPr txBox="1"/>
          <p:nvPr userDrawn="1"/>
        </p:nvSpPr>
        <p:spPr>
          <a:xfrm>
            <a:off x="12205441" y="5561999"/>
            <a:ext cx="1080000" cy="430887"/>
          </a:xfrm>
          <a:prstGeom prst="rect">
            <a:avLst/>
          </a:prstGeom>
          <a:solidFill>
            <a:srgbClr val="515151"/>
          </a:solidFill>
          <a:ln>
            <a:noFill/>
          </a:ln>
        </p:spPr>
        <p:txBody>
          <a:bodyPr wrap="square" rtlCol="0">
            <a:spAutoFit/>
          </a:bodyPr>
          <a:lstStyle/>
          <a:p>
            <a:pPr algn="ctr"/>
            <a:r>
              <a:rPr lang="zh-CN" altLang="en-US" sz="1100">
                <a:solidFill>
                  <a:schemeClr val="bg1"/>
                </a:solidFill>
                <a:latin typeface="Arial" panose="020B0604020202090204" pitchFamily="34" charset="0"/>
                <a:ea typeface="微软雅黑" panose="020B0503020204020204" pitchFamily="34" charset="-122"/>
                <a:cs typeface="Arial" panose="020B0604020202090204" pitchFamily="34" charset="0"/>
              </a:rPr>
              <a:t>字体颜色</a:t>
            </a:r>
            <a:endParaRPr lang="en-US" altLang="zh-CN" sz="1100">
              <a:solidFill>
                <a:schemeClr val="bg1"/>
              </a:solidFill>
              <a:latin typeface="Arial" panose="020B0604020202090204" pitchFamily="34" charset="0"/>
              <a:ea typeface="微软雅黑" panose="020B0503020204020204" pitchFamily="34" charset="-122"/>
              <a:cs typeface="Arial" panose="020B0604020202090204" pitchFamily="34" charset="0"/>
            </a:endParaRPr>
          </a:p>
          <a:p>
            <a:pPr algn="ctr"/>
            <a:r>
              <a:rPr lang="en-US" altLang="zh-CN" sz="1100">
                <a:solidFill>
                  <a:schemeClr val="bg1"/>
                </a:solidFill>
                <a:latin typeface="Arial" panose="020B0604020202090204" pitchFamily="34" charset="0"/>
                <a:ea typeface="微软雅黑" panose="020B0503020204020204" pitchFamily="34" charset="-122"/>
                <a:cs typeface="Arial" panose="020B0604020202090204" pitchFamily="34" charset="0"/>
              </a:rPr>
              <a:t>81.81.81</a:t>
            </a:r>
            <a:endParaRPr lang="zh-CN" altLang="en-US" sz="1100">
              <a:solidFill>
                <a:schemeClr val="bg1"/>
              </a:solidFill>
              <a:latin typeface="Arial" panose="020B0604020202090204" pitchFamily="34" charset="0"/>
              <a:ea typeface="微软雅黑" panose="020B0503020204020204" pitchFamily="34" charset="-122"/>
              <a:cs typeface="Arial" panose="020B0604020202090204" pitchFamily="34" charset="0"/>
            </a:endParaRPr>
          </a:p>
        </p:txBody>
      </p:sp>
      <p:sp>
        <p:nvSpPr>
          <p:cNvPr id="20" name="文本框 19"/>
          <p:cNvSpPr txBox="1"/>
          <p:nvPr userDrawn="1"/>
        </p:nvSpPr>
        <p:spPr>
          <a:xfrm>
            <a:off x="12205441" y="5994555"/>
            <a:ext cx="1080000" cy="430887"/>
          </a:xfrm>
          <a:prstGeom prst="rect">
            <a:avLst/>
          </a:prstGeom>
          <a:solidFill>
            <a:srgbClr val="F1F1F1"/>
          </a:solidFill>
          <a:ln>
            <a:noFill/>
          </a:ln>
        </p:spPr>
        <p:txBody>
          <a:bodyPr wrap="square" rtlCol="0">
            <a:spAutoFit/>
          </a:bodyPr>
          <a:lstStyle/>
          <a:p>
            <a:pPr algn="ctr"/>
            <a:r>
              <a:rPr lang="zh-CN" altLang="en-US" sz="1100">
                <a:solidFill>
                  <a:schemeClr val="tx1">
                    <a:lumMod val="65000"/>
                    <a:lumOff val="35000"/>
                  </a:schemeClr>
                </a:solidFill>
                <a:latin typeface="Arial" panose="020B0604020202090204" pitchFamily="34" charset="0"/>
                <a:ea typeface="微软雅黑" panose="020B0503020204020204" pitchFamily="34" charset="-122"/>
                <a:cs typeface="Arial" panose="020B0604020202090204" pitchFamily="34" charset="0"/>
              </a:rPr>
              <a:t>浅背景颜色</a:t>
            </a:r>
            <a:endParaRPr lang="en-US" altLang="zh-CN" sz="1100">
              <a:solidFill>
                <a:schemeClr val="tx1">
                  <a:lumMod val="65000"/>
                  <a:lumOff val="35000"/>
                </a:schemeClr>
              </a:solidFill>
              <a:latin typeface="Arial" panose="020B0604020202090204" pitchFamily="34" charset="0"/>
              <a:ea typeface="微软雅黑" panose="020B0503020204020204" pitchFamily="34" charset="-122"/>
              <a:cs typeface="Arial" panose="020B0604020202090204" pitchFamily="34" charset="0"/>
            </a:endParaRPr>
          </a:p>
          <a:p>
            <a:pPr algn="ctr"/>
            <a:r>
              <a:rPr lang="en-US" altLang="zh-CN" sz="1100">
                <a:solidFill>
                  <a:schemeClr val="tx1">
                    <a:lumMod val="65000"/>
                    <a:lumOff val="35000"/>
                  </a:schemeClr>
                </a:solidFill>
                <a:latin typeface="Arial" panose="020B0604020202090204" pitchFamily="34" charset="0"/>
                <a:ea typeface="微软雅黑" panose="020B0503020204020204" pitchFamily="34" charset="-122"/>
                <a:cs typeface="Arial" panose="020B0604020202090204" pitchFamily="34" charset="0"/>
              </a:rPr>
              <a:t>241.241.241</a:t>
            </a:r>
            <a:endParaRPr lang="zh-CN" altLang="en-US" sz="1100">
              <a:solidFill>
                <a:schemeClr val="tx1">
                  <a:lumMod val="65000"/>
                  <a:lumOff val="35000"/>
                </a:schemeClr>
              </a:solidFill>
              <a:latin typeface="Arial" panose="020B0604020202090204" pitchFamily="34" charset="0"/>
              <a:ea typeface="微软雅黑" panose="020B0503020204020204" pitchFamily="34" charset="-122"/>
              <a:cs typeface="Arial" panose="020B0604020202090204" pitchFamily="34" charset="0"/>
            </a:endParaRPr>
          </a:p>
        </p:txBody>
      </p:sp>
      <p:sp>
        <p:nvSpPr>
          <p:cNvPr id="21" name="文本框 20"/>
          <p:cNvSpPr txBox="1"/>
          <p:nvPr userDrawn="1"/>
        </p:nvSpPr>
        <p:spPr>
          <a:xfrm>
            <a:off x="12205441" y="6427112"/>
            <a:ext cx="1080000" cy="430887"/>
          </a:xfrm>
          <a:prstGeom prst="rect">
            <a:avLst/>
          </a:prstGeom>
          <a:solidFill>
            <a:srgbClr val="848484"/>
          </a:solidFill>
          <a:ln>
            <a:noFill/>
          </a:ln>
        </p:spPr>
        <p:txBody>
          <a:bodyPr wrap="square" rtlCol="0">
            <a:spAutoFit/>
          </a:bodyPr>
          <a:lstStyle/>
          <a:p>
            <a:pPr algn="ctr"/>
            <a:r>
              <a:rPr lang="zh-CN" altLang="en-US" sz="1100">
                <a:solidFill>
                  <a:schemeClr val="bg1"/>
                </a:solidFill>
                <a:latin typeface="Arial" panose="020B0604020202090204" pitchFamily="34" charset="0"/>
                <a:ea typeface="微软雅黑" panose="020B0503020204020204" pitchFamily="34" charset="-122"/>
                <a:cs typeface="Arial" panose="020B0604020202090204" pitchFamily="34" charset="0"/>
              </a:rPr>
              <a:t>深背景颜色</a:t>
            </a:r>
            <a:endParaRPr lang="en-US" altLang="zh-CN" sz="1100">
              <a:solidFill>
                <a:schemeClr val="bg1"/>
              </a:solidFill>
              <a:latin typeface="Arial" panose="020B0604020202090204" pitchFamily="34" charset="0"/>
              <a:ea typeface="微软雅黑" panose="020B0503020204020204" pitchFamily="34" charset="-122"/>
              <a:cs typeface="Arial" panose="020B0604020202090204" pitchFamily="34" charset="0"/>
            </a:endParaRPr>
          </a:p>
          <a:p>
            <a:pPr algn="ctr"/>
            <a:r>
              <a:rPr lang="en-US" altLang="zh-CN" sz="1100">
                <a:solidFill>
                  <a:schemeClr val="bg1"/>
                </a:solidFill>
                <a:latin typeface="Arial" panose="020B0604020202090204" pitchFamily="34" charset="0"/>
                <a:ea typeface="微软雅黑" panose="020B0503020204020204" pitchFamily="34" charset="-122"/>
                <a:cs typeface="Arial" panose="020B0604020202090204" pitchFamily="34" charset="0"/>
              </a:rPr>
              <a:t>132.132.132</a:t>
            </a:r>
            <a:endParaRPr lang="zh-CN" altLang="en-US" sz="1100">
              <a:solidFill>
                <a:schemeClr val="bg1"/>
              </a:solidFill>
              <a:latin typeface="Arial" panose="020B0604020202090204" pitchFamily="34" charset="0"/>
              <a:ea typeface="微软雅黑" panose="020B0503020204020204" pitchFamily="34" charset="-122"/>
              <a:cs typeface="Arial" panose="020B0604020202090204" pitchFamily="34" charset="0"/>
            </a:endParaRPr>
          </a:p>
        </p:txBody>
      </p:sp>
      <p:sp>
        <p:nvSpPr>
          <p:cNvPr id="22" name="矩形 21"/>
          <p:cNvSpPr/>
          <p:nvPr userDrawn="1"/>
        </p:nvSpPr>
        <p:spPr>
          <a:xfrm>
            <a:off x="12205441" y="0"/>
            <a:ext cx="1080000" cy="432000"/>
          </a:xfrm>
          <a:prstGeom prst="rect">
            <a:avLst/>
          </a:prstGeom>
          <a:solidFill>
            <a:srgbClr val="00334E"/>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00">
                <a:latin typeface="Arial" panose="020B0604020202090204" pitchFamily="34" charset="0"/>
                <a:ea typeface="微软雅黑" panose="020B0503020204020204" pitchFamily="34" charset="-122"/>
                <a:cs typeface="Arial" panose="020B0604020202090204" pitchFamily="34" charset="0"/>
              </a:rPr>
              <a:t>图表色</a:t>
            </a:r>
            <a:endParaRPr lang="en-US" altLang="zh-CN" sz="1100">
              <a:latin typeface="Arial" panose="020B0604020202090204" pitchFamily="34" charset="0"/>
              <a:ea typeface="微软雅黑" panose="020B0503020204020204" pitchFamily="34" charset="-122"/>
              <a:cs typeface="Arial" panose="020B0604020202090204" pitchFamily="34" charset="0"/>
            </a:endParaRPr>
          </a:p>
          <a:p>
            <a:pPr algn="ctr"/>
            <a:r>
              <a:rPr lang="en-US" altLang="zh-CN" sz="1100">
                <a:latin typeface="Arial" panose="020B0604020202090204" pitchFamily="34" charset="0"/>
                <a:ea typeface="微软雅黑" panose="020B0503020204020204" pitchFamily="34" charset="-122"/>
                <a:cs typeface="Arial" panose="020B0604020202090204" pitchFamily="34" charset="0"/>
              </a:rPr>
              <a:t>0.51.78</a:t>
            </a:r>
            <a:endParaRPr lang="zh-CN" altLang="en-US" sz="1100">
              <a:latin typeface="Arial" panose="020B0604020202090204" pitchFamily="34" charset="0"/>
              <a:ea typeface="微软雅黑" panose="020B0503020204020204" pitchFamily="34" charset="-122"/>
              <a:cs typeface="Arial" panose="020B0604020202090204" pitchFamily="34" charset="0"/>
            </a:endParaRPr>
          </a:p>
        </p:txBody>
      </p:sp>
      <p:sp>
        <p:nvSpPr>
          <p:cNvPr id="23" name="矩形 22"/>
          <p:cNvSpPr/>
          <p:nvPr userDrawn="1"/>
        </p:nvSpPr>
        <p:spPr>
          <a:xfrm>
            <a:off x="12205441" y="431168"/>
            <a:ext cx="1080000" cy="432000"/>
          </a:xfrm>
          <a:prstGeom prst="rect">
            <a:avLst/>
          </a:prstGeom>
          <a:solidFill>
            <a:srgbClr val="004D73"/>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a:latin typeface="Arial" panose="020B0604020202090204" pitchFamily="34" charset="0"/>
                <a:ea typeface="微软雅黑" panose="020B0503020204020204" pitchFamily="34" charset="-122"/>
                <a:cs typeface="Arial" panose="020B0604020202090204" pitchFamily="34" charset="0"/>
              </a:rPr>
              <a:t>0.77.115</a:t>
            </a:r>
            <a:endParaRPr lang="zh-CN" altLang="en-US" sz="1100">
              <a:latin typeface="Arial" panose="020B0604020202090204" pitchFamily="34" charset="0"/>
              <a:ea typeface="微软雅黑" panose="020B0503020204020204" pitchFamily="34" charset="-122"/>
              <a:cs typeface="Arial" panose="020B0604020202090204" pitchFamily="34" charset="0"/>
            </a:endParaRPr>
          </a:p>
        </p:txBody>
      </p:sp>
      <p:sp>
        <p:nvSpPr>
          <p:cNvPr id="24" name="矩形 23"/>
          <p:cNvSpPr/>
          <p:nvPr userDrawn="1"/>
        </p:nvSpPr>
        <p:spPr>
          <a:xfrm>
            <a:off x="12205441" y="862336"/>
            <a:ext cx="1080000" cy="432000"/>
          </a:xfrm>
          <a:prstGeom prst="rect">
            <a:avLst/>
          </a:prstGeom>
          <a:solidFill>
            <a:srgbClr val="007FDB"/>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a:latin typeface="Arial" panose="020B0604020202090204" pitchFamily="34" charset="0"/>
                <a:ea typeface="微软雅黑" panose="020B0503020204020204" pitchFamily="34" charset="-122"/>
                <a:cs typeface="Arial" panose="020B0604020202090204" pitchFamily="34" charset="0"/>
              </a:rPr>
              <a:t>0.127.219</a:t>
            </a:r>
            <a:endParaRPr lang="zh-CN" altLang="en-US" sz="1100">
              <a:latin typeface="Arial" panose="020B0604020202090204" pitchFamily="34" charset="0"/>
              <a:ea typeface="微软雅黑" panose="020B0503020204020204" pitchFamily="34" charset="-122"/>
              <a:cs typeface="Arial" panose="020B0604020202090204" pitchFamily="34" charset="0"/>
            </a:endParaRPr>
          </a:p>
        </p:txBody>
      </p:sp>
      <p:sp>
        <p:nvSpPr>
          <p:cNvPr id="25" name="矩形 24"/>
          <p:cNvSpPr/>
          <p:nvPr userDrawn="1"/>
        </p:nvSpPr>
        <p:spPr>
          <a:xfrm>
            <a:off x="12205441" y="1293504"/>
            <a:ext cx="1080000" cy="432000"/>
          </a:xfrm>
          <a:prstGeom prst="rect">
            <a:avLst/>
          </a:prstGeom>
          <a:solidFill>
            <a:srgbClr val="DBEBFA"/>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a:solidFill>
                  <a:srgbClr val="515151"/>
                </a:solidFill>
                <a:latin typeface="Arial" panose="020B0604020202090204" pitchFamily="34" charset="0"/>
                <a:ea typeface="微软雅黑" panose="020B0503020204020204" pitchFamily="34" charset="-122"/>
                <a:cs typeface="Arial" panose="020B0604020202090204" pitchFamily="34" charset="0"/>
              </a:rPr>
              <a:t>219.235.250</a:t>
            </a:r>
            <a:endParaRPr lang="zh-CN" altLang="en-US" sz="1100">
              <a:solidFill>
                <a:srgbClr val="515151"/>
              </a:solidFill>
              <a:latin typeface="Arial" panose="020B0604020202090204" pitchFamily="34" charset="0"/>
              <a:ea typeface="微软雅黑" panose="020B0503020204020204" pitchFamily="34" charset="-122"/>
              <a:cs typeface="Arial" panose="020B0604020202090204" pitchFamily="34" charset="0"/>
            </a:endParaRPr>
          </a:p>
        </p:txBody>
      </p:sp>
      <p:sp>
        <p:nvSpPr>
          <p:cNvPr id="26" name="矩形 25"/>
          <p:cNvSpPr/>
          <p:nvPr userDrawn="1"/>
        </p:nvSpPr>
        <p:spPr>
          <a:xfrm>
            <a:off x="12205441" y="1724672"/>
            <a:ext cx="1080000" cy="432000"/>
          </a:xfrm>
          <a:prstGeom prst="rect">
            <a:avLst/>
          </a:prstGeom>
          <a:solidFill>
            <a:srgbClr val="C8C8C8"/>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a:solidFill>
                  <a:srgbClr val="515151"/>
                </a:solidFill>
                <a:latin typeface="Arial" panose="020B0604020202090204" pitchFamily="34" charset="0"/>
                <a:ea typeface="微软雅黑" panose="020B0503020204020204" pitchFamily="34" charset="-122"/>
                <a:cs typeface="Arial" panose="020B0604020202090204" pitchFamily="34" charset="0"/>
              </a:rPr>
              <a:t>200.200.200</a:t>
            </a:r>
            <a:endParaRPr lang="zh-CN" altLang="en-US" sz="1100">
              <a:solidFill>
                <a:srgbClr val="515151"/>
              </a:solidFill>
              <a:latin typeface="Arial" panose="020B0604020202090204" pitchFamily="34" charset="0"/>
              <a:ea typeface="微软雅黑" panose="020B0503020204020204" pitchFamily="34" charset="-122"/>
              <a:cs typeface="Arial" panose="020B0604020202090204" pitchFamily="34" charset="0"/>
            </a:endParaRPr>
          </a:p>
        </p:txBody>
      </p:sp>
      <p:sp>
        <p:nvSpPr>
          <p:cNvPr id="27" name="矩形 26"/>
          <p:cNvSpPr/>
          <p:nvPr userDrawn="1"/>
        </p:nvSpPr>
        <p:spPr>
          <a:xfrm>
            <a:off x="12205441" y="2155842"/>
            <a:ext cx="1080000" cy="432000"/>
          </a:xfrm>
          <a:prstGeom prst="rect">
            <a:avLst/>
          </a:prstGeom>
          <a:solidFill>
            <a:srgbClr val="DDDDDD"/>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a:solidFill>
                  <a:srgbClr val="515151"/>
                </a:solidFill>
                <a:latin typeface="Arial" panose="020B0604020202090204" pitchFamily="34" charset="0"/>
                <a:ea typeface="微软雅黑" panose="020B0503020204020204" pitchFamily="34" charset="-122"/>
                <a:cs typeface="Arial" panose="020B0604020202090204" pitchFamily="34" charset="0"/>
              </a:rPr>
              <a:t>221.221.221</a:t>
            </a:r>
            <a:endParaRPr lang="zh-CN" altLang="en-US" sz="1100">
              <a:solidFill>
                <a:srgbClr val="515151"/>
              </a:solidFill>
              <a:latin typeface="Arial" panose="020B0604020202090204" pitchFamily="34" charset="0"/>
              <a:ea typeface="微软雅黑" panose="020B0503020204020204" pitchFamily="34" charset="-122"/>
              <a:cs typeface="Arial" panose="020B0604020202090204" pitchFamily="34" charset="0"/>
            </a:endParaRPr>
          </a:p>
        </p:txBody>
      </p:sp>
      <p:sp>
        <p:nvSpPr>
          <p:cNvPr id="13" name="幻灯片编号占位符 5"/>
          <p:cNvSpPr>
            <a:spLocks noGrp="1"/>
          </p:cNvSpPr>
          <p:nvPr>
            <p:ph type="sldNum" sz="quarter" idx="4"/>
          </p:nvPr>
        </p:nvSpPr>
        <p:spPr>
          <a:xfrm>
            <a:off x="11496675" y="6350000"/>
            <a:ext cx="695324" cy="508000"/>
          </a:xfrm>
          <a:prstGeom prst="rect">
            <a:avLst/>
          </a:prstGeom>
        </p:spPr>
        <p:txBody>
          <a:bodyPr/>
          <a:lstStyle>
            <a:lvl1pPr algn="ctr">
              <a:defRPr sz="1200">
                <a:solidFill>
                  <a:srgbClr val="848484"/>
                </a:solidFill>
              </a:defRPr>
            </a:lvl1pPr>
          </a:lstStyle>
          <a:p>
            <a:fld id="{C12EF67B-7566-E64E-A5A4-F6327E453F64}" type="slidenum">
              <a:rPr kumimoji="1" lang="zh-CN" altLang="en-US" smtClean="0"/>
            </a:fld>
            <a:endParaRPr kumimoji="1" lang="zh-CN" altLang="en-US"/>
          </a:p>
        </p:txBody>
      </p:sp>
      <p:pic>
        <p:nvPicPr>
          <p:cNvPr id="14" name="图片 13"/>
          <p:cNvPicPr>
            <a:picLocks noChangeAspect="1"/>
          </p:cNvPicPr>
          <p:nvPr userDrawn="1"/>
        </p:nvPicPr>
        <p:blipFill>
          <a:blip r:embed="rId6" cstate="hqprint">
            <a:extLst>
              <a:ext uri="{28A0092B-C50C-407E-A947-70E740481C1C}">
                <a14:useLocalDpi xmlns:a14="http://schemas.microsoft.com/office/drawing/2010/main" val="0"/>
              </a:ext>
            </a:extLst>
          </a:blip>
          <a:stretch>
            <a:fillRect/>
          </a:stretch>
        </p:blipFill>
        <p:spPr>
          <a:xfrm>
            <a:off x="10464800" y="313092"/>
            <a:ext cx="1223114" cy="360000"/>
          </a:xfrm>
          <a:prstGeom prst="rect">
            <a:avLst/>
          </a:prstGeom>
        </p:spPr>
      </p:pic>
    </p:spTree>
  </p:cSld>
  <p:clrMap bg1="lt1" tx1="dk1" bg2="lt2" tx2="dk2" accent1="accent1" accent2="accent2" accent3="accent3" accent4="accent4" accent5="accent5" accent6="accent6" hlink="hlink" folHlink="folHlink"/>
  <p:sldLayoutIdLst>
    <p:sldLayoutId id="2147483664" r:id="rId1"/>
    <p:sldLayoutId id="2147483665" r:id="rId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7" Type="http://schemas.openxmlformats.org/officeDocument/2006/relationships/notesSlide" Target="../notesSlides/notesSlide2.xml"/><Relationship Id="rId6" Type="http://schemas.openxmlformats.org/officeDocument/2006/relationships/vmlDrawing" Target="../drawings/vmlDrawing3.vml"/><Relationship Id="rId5" Type="http://schemas.openxmlformats.org/officeDocument/2006/relationships/slideLayout" Target="../slideLayouts/slideLayout1.xml"/><Relationship Id="rId4" Type="http://schemas.openxmlformats.org/officeDocument/2006/relationships/image" Target="../media/image5.png"/><Relationship Id="rId3" Type="http://schemas.openxmlformats.org/officeDocument/2006/relationships/image" Target="../media/image4.emf"/><Relationship Id="rId2" Type="http://schemas.openxmlformats.org/officeDocument/2006/relationships/oleObject" Target="../embeddings/oleObject3.bin"/><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9" Type="http://schemas.openxmlformats.org/officeDocument/2006/relationships/notesSlide" Target="../notesSlides/notesSlide3.xml"/><Relationship Id="rId8" Type="http://schemas.openxmlformats.org/officeDocument/2006/relationships/vmlDrawing" Target="../drawings/vmlDrawing4.vml"/><Relationship Id="rId7"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 Id="rId3" Type="http://schemas.openxmlformats.org/officeDocument/2006/relationships/image" Target="../media/image4.emf"/><Relationship Id="rId2" Type="http://schemas.openxmlformats.org/officeDocument/2006/relationships/oleObject" Target="../embeddings/oleObject4.bin"/><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9" Type="http://schemas.openxmlformats.org/officeDocument/2006/relationships/vmlDrawing" Target="../drawings/vmlDrawing5.vml"/><Relationship Id="rId8" Type="http://schemas.openxmlformats.org/officeDocument/2006/relationships/slideLayout" Target="../slideLayouts/slideLayout1.xml"/><Relationship Id="rId7" Type="http://schemas.openxmlformats.org/officeDocument/2006/relationships/image" Target="../media/image12.png"/><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 Id="rId3" Type="http://schemas.openxmlformats.org/officeDocument/2006/relationships/image" Target="../media/image4.emf"/><Relationship Id="rId2" Type="http://schemas.openxmlformats.org/officeDocument/2006/relationships/oleObject" Target="../embeddings/oleObject5.bin"/><Relationship Id="rId10" Type="http://schemas.openxmlformats.org/officeDocument/2006/relationships/notesSlide" Target="../notesSlides/notesSlide4.xml"/><Relationship Id="rId1" Type="http://schemas.openxmlformats.org/officeDocument/2006/relationships/tags" Target="../tags/tag5.xml"/></Relationships>
</file>

<file path=ppt/slides/_rels/slide5.xml.rels><?xml version="1.0" encoding="UTF-8" standalone="yes"?>
<Relationships xmlns="http://schemas.openxmlformats.org/package/2006/relationships"><Relationship Id="rId9" Type="http://schemas.openxmlformats.org/officeDocument/2006/relationships/vmlDrawing" Target="../drawings/vmlDrawing6.vml"/><Relationship Id="rId8" Type="http://schemas.openxmlformats.org/officeDocument/2006/relationships/slideLayout" Target="../slideLayouts/slideLayout14.xml"/><Relationship Id="rId7" Type="http://schemas.openxmlformats.org/officeDocument/2006/relationships/image" Target="../media/image16.png"/><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 Id="rId3" Type="http://schemas.openxmlformats.org/officeDocument/2006/relationships/image" Target="../media/image4.emf"/><Relationship Id="rId2" Type="http://schemas.openxmlformats.org/officeDocument/2006/relationships/oleObject" Target="../embeddings/oleObject6.bin"/><Relationship Id="rId10" Type="http://schemas.openxmlformats.org/officeDocument/2006/relationships/notesSlide" Target="../notesSlides/notesSlide5.xml"/><Relationship Id="rId1" Type="http://schemas.openxmlformats.org/officeDocument/2006/relationships/tags" Target="../tags/tag6.xml"/></Relationships>
</file>

<file path=ppt/slides/_rels/slide6.xml.rels><?xml version="1.0" encoding="UTF-8" standalone="yes"?>
<Relationships xmlns="http://schemas.openxmlformats.org/package/2006/relationships"><Relationship Id="rId9" Type="http://schemas.openxmlformats.org/officeDocument/2006/relationships/image" Target="../media/image22.png"/><Relationship Id="rId8" Type="http://schemas.openxmlformats.org/officeDocument/2006/relationships/image" Target="../media/image21.png"/><Relationship Id="rId7" Type="http://schemas.openxmlformats.org/officeDocument/2006/relationships/image" Target="../media/image20.png"/><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 Id="rId3" Type="http://schemas.openxmlformats.org/officeDocument/2006/relationships/image" Target="../media/image4.emf"/><Relationship Id="rId2" Type="http://schemas.openxmlformats.org/officeDocument/2006/relationships/oleObject" Target="../embeddings/oleObject7.bin"/><Relationship Id="rId12" Type="http://schemas.openxmlformats.org/officeDocument/2006/relationships/notesSlide" Target="../notesSlides/notesSlide6.xml"/><Relationship Id="rId11" Type="http://schemas.openxmlformats.org/officeDocument/2006/relationships/vmlDrawing" Target="../drawings/vmlDrawing7.vml"/><Relationship Id="rId10" Type="http://schemas.openxmlformats.org/officeDocument/2006/relationships/slideLayout" Target="../slideLayouts/slideLayout1.xml"/><Relationship Id="rId1" Type="http://schemas.openxmlformats.org/officeDocument/2006/relationships/tags" Target="../tags/tag7.xml"/></Relationships>
</file>

<file path=ppt/slides/_rels/slide7.xml.rels><?xml version="1.0" encoding="UTF-8" standalone="yes"?>
<Relationships xmlns="http://schemas.openxmlformats.org/package/2006/relationships"><Relationship Id="rId7" Type="http://schemas.openxmlformats.org/officeDocument/2006/relationships/notesSlide" Target="../notesSlides/notesSlide7.xml"/><Relationship Id="rId6" Type="http://schemas.openxmlformats.org/officeDocument/2006/relationships/vmlDrawing" Target="../drawings/vmlDrawing8.vml"/><Relationship Id="rId5" Type="http://schemas.openxmlformats.org/officeDocument/2006/relationships/slideLayout" Target="../slideLayouts/slideLayout1.xml"/><Relationship Id="rId4" Type="http://schemas.openxmlformats.org/officeDocument/2006/relationships/image" Target="../media/image23.png"/><Relationship Id="rId3" Type="http://schemas.openxmlformats.org/officeDocument/2006/relationships/image" Target="../media/image4.emf"/><Relationship Id="rId2" Type="http://schemas.openxmlformats.org/officeDocument/2006/relationships/oleObject" Target="../embeddings/oleObject8.bin"/><Relationship Id="rId1" Type="http://schemas.openxmlformats.org/officeDocument/2006/relationships/tags" Target="../tags/tag8.xml"/></Relationships>
</file>

<file path=ppt/slides/_rels/slide8.xml.rels><?xml version="1.0" encoding="UTF-8" standalone="yes"?>
<Relationships xmlns="http://schemas.openxmlformats.org/package/2006/relationships"><Relationship Id="rId6" Type="http://schemas.openxmlformats.org/officeDocument/2006/relationships/notesSlide" Target="../notesSlides/notesSlide8.xml"/><Relationship Id="rId5" Type="http://schemas.openxmlformats.org/officeDocument/2006/relationships/vmlDrawing" Target="../drawings/vmlDrawing9.vml"/><Relationship Id="rId4" Type="http://schemas.openxmlformats.org/officeDocument/2006/relationships/slideLayout" Target="../slideLayouts/slideLayout1.xml"/><Relationship Id="rId3" Type="http://schemas.openxmlformats.org/officeDocument/2006/relationships/image" Target="../media/image4.emf"/><Relationship Id="rId2" Type="http://schemas.openxmlformats.org/officeDocument/2006/relationships/oleObject" Target="../embeddings/oleObject9.bin"/><Relationship Id="rId1" Type="http://schemas.openxmlformats.org/officeDocument/2006/relationships/tags" Target="../tags/tag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编号占位符 1"/>
          <p:cNvSpPr>
            <a:spLocks noGrp="1"/>
          </p:cNvSpPr>
          <p:nvPr>
            <p:ph type="sldNum" sz="quarter" idx="12"/>
          </p:nvPr>
        </p:nvSpPr>
        <p:spPr>
          <a:xfrm>
            <a:off x="11496675" y="5949950"/>
            <a:ext cx="695324" cy="908050"/>
          </a:xfrm>
          <a:prstGeom prst="rect">
            <a:avLst/>
          </a:prstGeom>
        </p:spPr>
        <p:txBody>
          <a:bodyPr vert="horz" lIns="0" tIns="0" rIns="0" bIns="0" rtlCol="0" anchor="ctr"/>
          <a:lstStyle>
            <a:defPPr>
              <a:defRPr lang="zh-CN"/>
            </a:defPPr>
            <a:lvl1pPr marL="0" algn="ctr" defTabSz="914400" rtl="0" eaLnBrk="1" latinLnBrk="0" hangingPunct="1">
              <a:defRPr sz="1100" kern="1200">
                <a:solidFill>
                  <a:schemeClr val="bg1"/>
                </a:solidFill>
                <a:latin typeface="DIN Alternate" panose="020B0500000000000000" charset="0"/>
                <a:ea typeface="DIN Alternate" panose="020B0500000000000000" charset="0"/>
                <a:cs typeface="DIN Alternate" panose="020B0500000000000000"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12EF67B-7566-E64E-A5A4-F6327E453F64}" type="slidenum">
              <a:rPr kumimoji="1" lang="zh-CN" altLang="en-US" smtClean="0"/>
            </a:fld>
            <a:endParaRPr kumimoji="1" lang="zh-CN" altLang="en-US"/>
          </a:p>
        </p:txBody>
      </p:sp>
      <p:sp>
        <p:nvSpPr>
          <p:cNvPr id="3" name="矩形 2"/>
          <p:cNvSpPr/>
          <p:nvPr/>
        </p:nvSpPr>
        <p:spPr>
          <a:xfrm rot="16200000">
            <a:off x="-2172335" y="3082288"/>
            <a:ext cx="5040000" cy="69532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r>
              <a:rPr kumimoji="1" lang="de-DE" altLang="zh-CN" sz="800" b="0" i="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GOLDWIND SCIENCE &amp; TECHNOLOGY CO., LTD.</a:t>
            </a:r>
            <a:endParaRPr kumimoji="1" lang="zh-CN" altLang="en-US" sz="800" b="0" i="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p:txBody>
      </p:sp>
      <p:cxnSp>
        <p:nvCxnSpPr>
          <p:cNvPr id="5" name="直线连接符 4"/>
          <p:cNvCxnSpPr/>
          <p:nvPr/>
        </p:nvCxnSpPr>
        <p:spPr>
          <a:xfrm>
            <a:off x="693516" y="0"/>
            <a:ext cx="0" cy="6858000"/>
          </a:xfrm>
          <a:prstGeom prst="line">
            <a:avLst/>
          </a:prstGeom>
          <a:ln>
            <a:solidFill>
              <a:srgbClr val="DDDDDD"/>
            </a:solidFill>
          </a:ln>
        </p:spPr>
        <p:style>
          <a:lnRef idx="1">
            <a:schemeClr val="accent1"/>
          </a:lnRef>
          <a:fillRef idx="0">
            <a:schemeClr val="accent1"/>
          </a:fillRef>
          <a:effectRef idx="0">
            <a:schemeClr val="accent1"/>
          </a:effectRef>
          <a:fontRef idx="minor">
            <a:schemeClr val="tx1"/>
          </a:fontRef>
        </p:style>
      </p:cxnSp>
      <p:sp>
        <p:nvSpPr>
          <p:cNvPr id="6" name="矩形 5"/>
          <p:cNvSpPr/>
          <p:nvPr/>
        </p:nvSpPr>
        <p:spPr>
          <a:xfrm>
            <a:off x="695325" y="2441827"/>
            <a:ext cx="25200" cy="720000"/>
          </a:xfrm>
          <a:prstGeom prst="rect">
            <a:avLst/>
          </a:prstGeom>
          <a:solidFill>
            <a:srgbClr val="02316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 name="文本占位符 2"/>
          <p:cNvSpPr txBox="1"/>
          <p:nvPr/>
        </p:nvSpPr>
        <p:spPr>
          <a:xfrm>
            <a:off x="546634" y="1439675"/>
            <a:ext cx="11471475" cy="1525295"/>
          </a:xfrm>
          <a:prstGeom prst="rect">
            <a:avLst/>
          </a:prstGeom>
        </p:spPr>
        <p:txBody>
          <a:bodyPr lIns="0" tIns="0" rIns="0" bIns="0" anchor="ctr"/>
          <a:lstStyle>
            <a:lvl1pPr marL="228600" indent="-228600" algn="l" defTabSz="914400" rtl="0" eaLnBrk="1" latinLnBrk="0" hangingPunct="1">
              <a:lnSpc>
                <a:spcPct val="90000"/>
              </a:lnSpc>
              <a:spcBef>
                <a:spcPts val="1000"/>
              </a:spcBef>
              <a:buFont typeface="Arial" panose="020B0604020202090204"/>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a:buChar char="•"/>
              <a:defRPr sz="1800" kern="1200">
                <a:solidFill>
                  <a:schemeClr val="tx1"/>
                </a:solidFill>
                <a:latin typeface="+mn-lt"/>
                <a:ea typeface="+mn-ea"/>
                <a:cs typeface="+mn-cs"/>
              </a:defRPr>
            </a:lvl9pPr>
          </a:lstStyle>
          <a:p>
            <a:pPr marL="0" indent="0" algn="ctr">
              <a:lnSpc>
                <a:spcPct val="100000"/>
              </a:lnSpc>
              <a:buNone/>
            </a:pPr>
            <a:r>
              <a:rPr kumimoji="1" lang="zh-CN" altLang="en-US" sz="4400" dirty="0">
                <a:solidFill>
                  <a:srgbClr val="023162"/>
                </a:solidFill>
                <a:latin typeface="微软雅黑" panose="020B0503020204020204" pitchFamily="34" charset="-122"/>
                <a:ea typeface="微软雅黑" panose="020B0503020204020204" pitchFamily="34" charset="-122"/>
                <a:cs typeface="微软雅黑" panose="020B0503020204020204" pitchFamily="34" charset="-122"/>
              </a:rPr>
              <a:t>风资源创新研究部</a:t>
            </a:r>
            <a:endParaRPr kumimoji="1" lang="en-US" altLang="zh-CN" sz="4400" dirty="0">
              <a:solidFill>
                <a:srgbClr val="023162"/>
              </a:solidFill>
              <a:latin typeface="微软雅黑" panose="020B0503020204020204" pitchFamily="34" charset="-122"/>
              <a:ea typeface="微软雅黑" panose="020B0503020204020204" pitchFamily="34" charset="-122"/>
              <a:cs typeface="微软雅黑" panose="020B0503020204020204" pitchFamily="34" charset="-122"/>
            </a:endParaRPr>
          </a:p>
          <a:p>
            <a:pPr marL="0" indent="0" algn="ctr">
              <a:lnSpc>
                <a:spcPct val="100000"/>
              </a:lnSpc>
              <a:buNone/>
            </a:pPr>
            <a:r>
              <a:rPr kumimoji="1" lang="zh-CN" altLang="en-US" sz="4400" dirty="0">
                <a:solidFill>
                  <a:srgbClr val="023162"/>
                </a:solidFill>
                <a:latin typeface="微软雅黑" panose="020B0503020204020204" pitchFamily="34" charset="-122"/>
                <a:ea typeface="微软雅黑" panose="020B0503020204020204" pitchFamily="34" charset="-122"/>
                <a:cs typeface="微软雅黑" panose="020B0503020204020204" pitchFamily="34" charset="-122"/>
              </a:rPr>
              <a:t>产品第</a:t>
            </a:r>
            <a:r>
              <a:rPr kumimoji="1" lang="zh-CN" altLang="en-US" sz="4400" dirty="0">
                <a:solidFill>
                  <a:srgbClr val="023162"/>
                </a:solidFill>
                <a:latin typeface="微软雅黑" panose="020B0503020204020204" pitchFamily="34" charset="-122"/>
                <a:ea typeface="微软雅黑" panose="020B0503020204020204" pitchFamily="34" charset="-122"/>
                <a:cs typeface="微软雅黑" panose="020B0503020204020204" pitchFamily="34" charset="-122"/>
              </a:rPr>
              <a:t>一季度工作总结</a:t>
            </a:r>
            <a:endParaRPr kumimoji="1" lang="zh-CN" altLang="en-US" sz="4400" dirty="0">
              <a:solidFill>
                <a:srgbClr val="023162"/>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5" name="文本占位符 23"/>
          <p:cNvSpPr txBox="1"/>
          <p:nvPr/>
        </p:nvSpPr>
        <p:spPr>
          <a:xfrm>
            <a:off x="5637594" y="4306418"/>
            <a:ext cx="2149157" cy="347345"/>
          </a:xfrm>
          <a:prstGeom prst="rect">
            <a:avLst/>
          </a:prstGeom>
        </p:spPr>
        <p:txBody>
          <a:bodyPr lIns="0" tIns="0" rIns="0" bIns="0">
            <a:normAutofit/>
          </a:bodyPr>
          <a:lstStyle>
            <a:lvl1pPr marL="228600" indent="-228600" algn="l" defTabSz="914400" rtl="0" eaLnBrk="1" latinLnBrk="0" hangingPunct="1">
              <a:lnSpc>
                <a:spcPct val="90000"/>
              </a:lnSpc>
              <a:spcBef>
                <a:spcPts val="1000"/>
              </a:spcBef>
              <a:buFontTx/>
              <a:buNone/>
              <a:defRPr sz="1600" kern="1200">
                <a:solidFill>
                  <a:schemeClr val="tx1">
                    <a:lumMod val="75000"/>
                    <a:lumOff val="25000"/>
                  </a:schemeClr>
                </a:solidFill>
                <a:latin typeface="Arial" panose="020B0604020202090204" pitchFamily="34" charset="0"/>
                <a:ea typeface="微软雅黑" panose="020B0503020204020204" pitchFamily="34" charset="-122"/>
                <a:cs typeface="Arial" panose="020B0604020202090204" pitchFamily="34" charset="0"/>
              </a:defRPr>
            </a:lvl1pPr>
            <a:lvl2pPr marL="685800" indent="-228600" algn="l" defTabSz="914400" rtl="0" eaLnBrk="1" latinLnBrk="0" hangingPunct="1">
              <a:lnSpc>
                <a:spcPct val="90000"/>
              </a:lnSpc>
              <a:spcBef>
                <a:spcPts val="500"/>
              </a:spcBef>
              <a:buFont typeface="Arial" panose="020B0604020202090204"/>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a:buChar char="•"/>
              <a:defRPr sz="1800" kern="1200">
                <a:solidFill>
                  <a:schemeClr val="tx1"/>
                </a:solidFill>
                <a:latin typeface="+mn-lt"/>
                <a:ea typeface="+mn-ea"/>
                <a:cs typeface="+mn-cs"/>
              </a:defRPr>
            </a:lvl9pPr>
          </a:lstStyle>
          <a:p>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2026.03.27</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6" name="副标题 2"/>
          <p:cNvSpPr txBox="1"/>
          <p:nvPr/>
        </p:nvSpPr>
        <p:spPr>
          <a:xfrm>
            <a:off x="1966912" y="3877485"/>
            <a:ext cx="8630920" cy="357949"/>
          </a:xfrm>
          <a:prstGeom prst="rect">
            <a:avLst/>
          </a:prstGeom>
        </p:spPr>
        <p:txBody>
          <a:bodyPr lIns="0" tIns="0" rIns="0" bIns="0">
            <a:normAutofit/>
          </a:bodyPr>
          <a:lstStyle>
            <a:lvl1pPr marL="342900" marR="0" indent="-342900" algn="l" defTabSz="914400" rtl="0" eaLnBrk="1" fontAlgn="auto" latinLnBrk="0" hangingPunct="1">
              <a:lnSpc>
                <a:spcPct val="100000"/>
              </a:lnSpc>
              <a:spcBef>
                <a:spcPct val="20000"/>
              </a:spcBef>
              <a:spcAft>
                <a:spcPts val="0"/>
              </a:spcAft>
              <a:buClrTx/>
              <a:buSzTx/>
              <a:buFont typeface="Arial" panose="020B0604020202090204" pitchFamily="34" charset="0"/>
              <a:buNone/>
              <a:defRPr sz="2200" kern="1200">
                <a:solidFill>
                  <a:srgbClr val="00A0E9"/>
                </a:solidFill>
                <a:latin typeface="微软雅黑" panose="020B0503020204020204" pitchFamily="34" charset="-122"/>
                <a:ea typeface="微软雅黑" panose="020B0503020204020204" pitchFamily="34" charset="-122"/>
                <a:cs typeface="+mn-cs"/>
              </a:defRPr>
            </a:lvl1pPr>
            <a:lvl2pPr marL="457200" indent="0" algn="ctr" defTabSz="914400" rtl="0" eaLnBrk="1" latinLnBrk="0" hangingPunct="1">
              <a:lnSpc>
                <a:spcPct val="90000"/>
              </a:lnSpc>
              <a:spcBef>
                <a:spcPts val="500"/>
              </a:spcBef>
              <a:buFont typeface="Arial" panose="020B0604020202090204"/>
              <a:buNone/>
              <a:defRPr sz="2400" kern="1200">
                <a:solidFill>
                  <a:schemeClr val="tx1">
                    <a:tint val="75000"/>
                  </a:schemeClr>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a:buNone/>
              <a:defRPr sz="2000" kern="1200">
                <a:solidFill>
                  <a:schemeClr val="tx1">
                    <a:tint val="75000"/>
                  </a:schemeClr>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a:buNone/>
              <a:defRPr sz="1800" kern="1200">
                <a:solidFill>
                  <a:schemeClr val="tx1">
                    <a:tint val="75000"/>
                  </a:schemeClr>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a:buNone/>
              <a:defRPr sz="1800" kern="1200">
                <a:solidFill>
                  <a:schemeClr val="tx1">
                    <a:tint val="75000"/>
                  </a:schemeClr>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a:buNone/>
              <a:defRPr sz="1800" kern="1200">
                <a:solidFill>
                  <a:schemeClr val="tx1">
                    <a:tint val="75000"/>
                  </a:schemeClr>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a:buNone/>
              <a:defRPr sz="1800" kern="1200">
                <a:solidFill>
                  <a:schemeClr val="tx1">
                    <a:tint val="75000"/>
                  </a:schemeClr>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a:buNone/>
              <a:defRPr sz="1800" kern="1200">
                <a:solidFill>
                  <a:schemeClr val="tx1">
                    <a:tint val="75000"/>
                  </a:schemeClr>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a:buNone/>
              <a:defRPr sz="1800" kern="1200">
                <a:solidFill>
                  <a:schemeClr val="tx1">
                    <a:tint val="75000"/>
                  </a:schemeClr>
                </a:solidFill>
                <a:latin typeface="+mn-lt"/>
                <a:ea typeface="+mn-ea"/>
                <a:cs typeface="+mn-cs"/>
              </a:defRPr>
            </a:lvl9pPr>
          </a:lstStyle>
          <a:p>
            <a:pPr marL="0" indent="0" algn="ctr">
              <a:spcBef>
                <a:spcPts val="0"/>
              </a:spcBef>
              <a:defRPr/>
            </a:pPr>
            <a:r>
              <a:rPr lang="zh-CN" altLang="en-US" sz="2000" spc="100" dirty="0">
                <a:solidFill>
                  <a:schemeClr val="tx1">
                    <a:lumMod val="75000"/>
                    <a:lumOff val="25000"/>
                  </a:schemeClr>
                </a:solidFill>
              </a:rPr>
              <a:t>创新平台</a:t>
            </a:r>
            <a:r>
              <a:rPr lang="en-US" altLang="zh-CN" sz="2000" spc="100" dirty="0">
                <a:solidFill>
                  <a:schemeClr val="tx1">
                    <a:lumMod val="75000"/>
                    <a:lumOff val="25000"/>
                  </a:schemeClr>
                </a:solidFill>
              </a:rPr>
              <a:t>-</a:t>
            </a:r>
            <a:r>
              <a:rPr lang="zh-CN" altLang="en-US" sz="2000" spc="100" dirty="0">
                <a:solidFill>
                  <a:schemeClr val="tx1">
                    <a:lumMod val="75000"/>
                    <a:lumOff val="25000"/>
                  </a:schemeClr>
                </a:solidFill>
              </a:rPr>
              <a:t>王晨旭</a:t>
            </a:r>
            <a:endParaRPr lang="zh-CN" altLang="en-US" sz="2000" spc="100" dirty="0">
              <a:solidFill>
                <a:schemeClr val="tx1">
                  <a:lumMod val="75000"/>
                  <a:lumOff val="25000"/>
                </a:schemeClr>
              </a:solidFill>
            </a:endParaRPr>
          </a:p>
        </p:txBody>
      </p:sp>
      <p:grpSp>
        <p:nvGrpSpPr>
          <p:cNvPr id="10" name="组合 9"/>
          <p:cNvGrpSpPr/>
          <p:nvPr userDrawn="1"/>
        </p:nvGrpSpPr>
        <p:grpSpPr>
          <a:xfrm>
            <a:off x="692150" y="-753745"/>
            <a:ext cx="2025015" cy="505460"/>
            <a:chOff x="1090" y="-1187"/>
            <a:chExt cx="3189" cy="796"/>
          </a:xfrm>
        </p:grpSpPr>
        <p:sp>
          <p:nvSpPr>
            <p:cNvPr id="13" name="矩形 12"/>
            <p:cNvSpPr/>
            <p:nvPr userDrawn="1"/>
          </p:nvSpPr>
          <p:spPr>
            <a:xfrm>
              <a:off x="1090" y="-1187"/>
              <a:ext cx="715" cy="797"/>
            </a:xfrm>
            <a:prstGeom prst="rect">
              <a:avLst/>
            </a:prstGeom>
            <a:solidFill>
              <a:srgbClr val="0633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userDrawn="1"/>
          </p:nvSpPr>
          <p:spPr>
            <a:xfrm>
              <a:off x="1915" y="-1187"/>
              <a:ext cx="715" cy="797"/>
            </a:xfrm>
            <a:prstGeom prst="rect">
              <a:avLst/>
            </a:prstGeom>
            <a:solidFill>
              <a:srgbClr val="BACF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p:nvPr userDrawn="1"/>
          </p:nvSpPr>
          <p:spPr>
            <a:xfrm>
              <a:off x="2740" y="-1187"/>
              <a:ext cx="715" cy="797"/>
            </a:xfrm>
            <a:prstGeom prst="rect">
              <a:avLst/>
            </a:prstGeom>
            <a:solidFill>
              <a:srgbClr val="E9EAE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userDrawn="1"/>
          </p:nvSpPr>
          <p:spPr>
            <a:xfrm>
              <a:off x="3565" y="-1187"/>
              <a:ext cx="715" cy="797"/>
            </a:xfrm>
            <a:prstGeom prst="rect">
              <a:avLst/>
            </a:prstGeom>
            <a:solidFill>
              <a:srgbClr val="0000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9" name="对象 78" hidden="1"/>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2" name="think-cell 幻灯片" r:id="rId2" imgW="0" imgH="0" progId="TCLayout.ActiveDocument.1">
                  <p:embed/>
                </p:oleObj>
              </mc:Choice>
              <mc:Fallback>
                <p:oleObj name="think-cell 幻灯片" r:id="rId2" imgW="0" imgH="0" progId="TCLayout.ActiveDocument.1">
                  <p:embed/>
                  <p:pic>
                    <p:nvPicPr>
                      <p:cNvPr id="0" name="对象 78" hidden="1"/>
                      <p:cNvPicPr/>
                      <p:nvPr/>
                    </p:nvPicPr>
                    <p:blipFill>
                      <a:blip r:embed="rId3"/>
                      <a:stretch>
                        <a:fillRect/>
                      </a:stretch>
                    </p:blipFill>
                    <p:spPr>
                      <a:xfrm>
                        <a:off x="1588" y="1588"/>
                        <a:ext cx="1588" cy="1588"/>
                      </a:xfrm>
                      <a:prstGeom prst="rect">
                        <a:avLst/>
                      </a:prstGeom>
                    </p:spPr>
                  </p:pic>
                </p:oleObj>
              </mc:Fallback>
            </mc:AlternateContent>
          </a:graphicData>
        </a:graphic>
      </p:graphicFrame>
      <p:sp>
        <p:nvSpPr>
          <p:cNvPr id="5" name="Text Placeholder 3"/>
          <p:cNvSpPr txBox="1"/>
          <p:nvPr/>
        </p:nvSpPr>
        <p:spPr>
          <a:xfrm>
            <a:off x="6998258" y="171076"/>
            <a:ext cx="4479200" cy="6048136"/>
          </a:xfrm>
          <a:prstGeom prst="rect">
            <a:avLst/>
          </a:prstGeom>
        </p:spPr>
        <p:txBody>
          <a:bodyPr vert="horz" lIns="0" tIns="0" rIns="0" bIns="45720" rtlCol="0" anchor="ctr" anchorCtr="0">
            <a:noAutofit/>
          </a:bodyPr>
          <a:lstStyle>
            <a:lvl1pPr marL="0" indent="0" algn="l" defTabSz="914400" rtl="0" eaLnBrk="1" latinLnBrk="0" hangingPunct="1">
              <a:lnSpc>
                <a:spcPct val="145000"/>
              </a:lnSpc>
              <a:spcBef>
                <a:spcPts val="0"/>
              </a:spcBef>
              <a:buFont typeface="Arial" panose="020B0604020202090204" pitchFamily="34" charset="0"/>
              <a:buNone/>
              <a:defRPr sz="1000" b="0" kern="1200" baseline="0">
                <a:solidFill>
                  <a:schemeClr val="tx1">
                    <a:alpha val="80000"/>
                  </a:schemeClr>
                </a:solidFill>
                <a:latin typeface="+mn-lt"/>
                <a:ea typeface="+mn-ea"/>
                <a:cs typeface="+mn-cs"/>
              </a:defRPr>
            </a:lvl1pPr>
            <a:lvl2pPr marL="0" indent="0" algn="ctr" defTabSz="914400" rtl="0" eaLnBrk="1" latinLnBrk="0" hangingPunct="1">
              <a:lnSpc>
                <a:spcPct val="120000"/>
              </a:lnSpc>
              <a:spcBef>
                <a:spcPts val="500"/>
              </a:spcBef>
              <a:buFont typeface="Arial" panose="020B0604020202090204" pitchFamily="34" charset="0"/>
              <a:buNone/>
              <a:defRPr sz="1800" kern="1200">
                <a:solidFill>
                  <a:schemeClr val="tx1"/>
                </a:solidFill>
                <a:latin typeface="+mn-lt"/>
                <a:ea typeface="+mn-ea"/>
                <a:cs typeface="+mn-cs"/>
              </a:defRPr>
            </a:lvl2pPr>
            <a:lvl3pPr marL="0" indent="0" algn="ctr" defTabSz="914400" rtl="0" eaLnBrk="1" latinLnBrk="0" hangingPunct="1">
              <a:lnSpc>
                <a:spcPct val="120000"/>
              </a:lnSpc>
              <a:spcBef>
                <a:spcPts val="500"/>
              </a:spcBef>
              <a:buFont typeface="Arial" panose="020B0604020202090204" pitchFamily="34" charset="0"/>
              <a:buNone/>
              <a:defRPr sz="1200" kern="1200">
                <a:solidFill>
                  <a:schemeClr val="tx1"/>
                </a:solidFill>
                <a:latin typeface="+mn-lt"/>
                <a:ea typeface="+mn-ea"/>
                <a:cs typeface="+mn-cs"/>
              </a:defRPr>
            </a:lvl3pPr>
            <a:lvl4pPr marL="0" indent="0" algn="ctr" defTabSz="914400" rtl="0" eaLnBrk="1" latinLnBrk="0" hangingPunct="1">
              <a:lnSpc>
                <a:spcPct val="150000"/>
              </a:lnSpc>
              <a:spcBef>
                <a:spcPts val="500"/>
              </a:spcBef>
              <a:buFont typeface="Arial" panose="020B0604020202090204" pitchFamily="34" charset="0"/>
              <a:buNone/>
              <a:defRPr sz="1000" kern="1200">
                <a:solidFill>
                  <a:schemeClr val="tx1">
                    <a:alpha val="70000"/>
                  </a:schemeClr>
                </a:solidFill>
                <a:latin typeface="+mn-lt"/>
                <a:ea typeface="+mn-ea"/>
                <a:cs typeface="+mn-cs"/>
              </a:defRPr>
            </a:lvl4pPr>
            <a:lvl5pPr marL="0" indent="0" algn="ctr" defTabSz="914400" rtl="0" eaLnBrk="1" latinLnBrk="0" hangingPunct="1">
              <a:lnSpc>
                <a:spcPct val="120000"/>
              </a:lnSpc>
              <a:spcBef>
                <a:spcPts val="500"/>
              </a:spcBef>
              <a:buFont typeface="Arial" panose="020B0604020202090204" pitchFamily="34" charset="0"/>
              <a:buNone/>
              <a:defRPr sz="1000" kern="1200" baseline="0">
                <a:solidFill>
                  <a:schemeClr val="tx1">
                    <a:alpha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5565"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nSpc>
                <a:spcPct val="150000"/>
              </a:lnSpc>
              <a:buSzPct val="60000"/>
            </a:pPr>
            <a:r>
              <a:rPr lang="zh-CN" altLang="en-US" sz="2800" dirty="0">
                <a:solidFill>
                  <a:schemeClr val="tx1"/>
                </a:solidFill>
                <a:latin typeface="+mn-ea"/>
                <a:cs typeface="微软雅黑" panose="020B0503020204020204" pitchFamily="34" charset="-122"/>
              </a:rPr>
              <a:t>目录</a:t>
            </a:r>
            <a:endParaRPr lang="en-US" altLang="zh-CN" sz="2800" dirty="0">
              <a:solidFill>
                <a:schemeClr val="tx1"/>
              </a:solidFill>
              <a:latin typeface="+mn-ea"/>
              <a:cs typeface="微软雅黑" panose="020B0503020204020204" pitchFamily="34" charset="-122"/>
            </a:endParaRPr>
          </a:p>
          <a:p>
            <a:pPr lvl="0">
              <a:lnSpc>
                <a:spcPct val="200000"/>
              </a:lnSpc>
              <a:buSzPct val="60000"/>
              <a:defRPr/>
            </a:pPr>
            <a:r>
              <a:rPr lang="zh-CN" altLang="en-US" sz="2000" b="1" dirty="0">
                <a:solidFill>
                  <a:schemeClr val="tx1">
                    <a:lumMod val="85000"/>
                    <a:lumOff val="15000"/>
                  </a:schemeClr>
                </a:solidFill>
                <a:latin typeface="微软雅黑"/>
              </a:rPr>
              <a:t>一、第</a:t>
            </a:r>
            <a:r>
              <a:rPr lang="zh-CN" altLang="en-US" sz="2000" b="1" dirty="0">
                <a:solidFill>
                  <a:schemeClr val="tx1">
                    <a:lumMod val="85000"/>
                    <a:lumOff val="15000"/>
                  </a:schemeClr>
                </a:solidFill>
                <a:latin typeface="微软雅黑"/>
              </a:rPr>
              <a:t>一季度工作成果</a:t>
            </a:r>
            <a:endParaRPr lang="en-US" altLang="zh-CN" sz="2000" b="1" dirty="0">
              <a:solidFill>
                <a:schemeClr val="tx1">
                  <a:lumMod val="85000"/>
                  <a:lumOff val="15000"/>
                </a:schemeClr>
              </a:solidFill>
              <a:latin typeface="微软雅黑"/>
            </a:endParaRPr>
          </a:p>
          <a:p>
            <a:pPr lvl="0">
              <a:lnSpc>
                <a:spcPct val="200000"/>
              </a:lnSpc>
              <a:buSzPct val="60000"/>
              <a:defRPr/>
            </a:pPr>
            <a:r>
              <a:rPr lang="zh-CN" altLang="en-US" sz="2000" b="1" dirty="0">
                <a:solidFill>
                  <a:schemeClr val="tx1">
                    <a:lumMod val="85000"/>
                    <a:lumOff val="15000"/>
                  </a:schemeClr>
                </a:solidFill>
                <a:latin typeface="微软雅黑"/>
                <a:cs typeface="微软雅黑" panose="020B0503020204020204" pitchFamily="34" charset="-122"/>
              </a:rPr>
              <a:t>二、亮点与不足</a:t>
            </a:r>
            <a:endParaRPr lang="en-US" altLang="zh-CN" sz="2000" b="1" dirty="0">
              <a:solidFill>
                <a:schemeClr val="tx1">
                  <a:lumMod val="85000"/>
                  <a:lumOff val="15000"/>
                </a:schemeClr>
              </a:solidFill>
              <a:latin typeface="微软雅黑"/>
              <a:cs typeface="微软雅黑" panose="020B0503020204020204" pitchFamily="34" charset="-122"/>
            </a:endParaRPr>
          </a:p>
          <a:p>
            <a:pPr lvl="0">
              <a:lnSpc>
                <a:spcPct val="200000"/>
              </a:lnSpc>
              <a:buSzPct val="60000"/>
              <a:defRPr/>
            </a:pPr>
            <a:r>
              <a:rPr lang="zh-CN" altLang="en-US" sz="2000" b="1" dirty="0">
                <a:solidFill>
                  <a:schemeClr val="tx1">
                    <a:lumMod val="85000"/>
                    <a:lumOff val="15000"/>
                  </a:schemeClr>
                </a:solidFill>
                <a:latin typeface="微软雅黑"/>
              </a:rPr>
              <a:t>三、第</a:t>
            </a:r>
            <a:r>
              <a:rPr lang="zh-CN" altLang="en-US" sz="2000" b="1" dirty="0">
                <a:solidFill>
                  <a:schemeClr val="tx1">
                    <a:lumMod val="85000"/>
                    <a:lumOff val="15000"/>
                  </a:schemeClr>
                </a:solidFill>
                <a:latin typeface="微软雅黑"/>
              </a:rPr>
              <a:t>二季度工作计划</a:t>
            </a:r>
            <a:endParaRPr lang="en-US" altLang="zh-CN" sz="2000" b="1" dirty="0">
              <a:solidFill>
                <a:schemeClr val="tx1">
                  <a:lumMod val="85000"/>
                  <a:lumOff val="15000"/>
                </a:schemeClr>
              </a:solidFill>
              <a:latin typeface="微软雅黑"/>
            </a:endParaRPr>
          </a:p>
        </p:txBody>
      </p:sp>
      <p:pic>
        <p:nvPicPr>
          <p:cNvPr id="7" name="图片占位符 2"/>
          <p:cNvPicPr>
            <a:picLocks noChangeAspect="1"/>
          </p:cNvPicPr>
          <p:nvPr/>
        </p:nvPicPr>
        <p:blipFill>
          <a:blip r:embed="rId4"/>
          <a:stretch>
            <a:fillRect/>
          </a:stretch>
        </p:blipFill>
        <p:spPr>
          <a:xfrm>
            <a:off x="0" y="-5080"/>
            <a:ext cx="6327775" cy="686308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9" name="对象 78" hidden="1"/>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2" name="think-cell 幻灯片" r:id="rId2" imgW="0" imgH="0" progId="TCLayout.ActiveDocument.1">
                  <p:embed/>
                </p:oleObj>
              </mc:Choice>
              <mc:Fallback>
                <p:oleObj name="think-cell 幻灯片" r:id="rId2" imgW="0" imgH="0" progId="TCLayout.ActiveDocument.1">
                  <p:embed/>
                  <p:pic>
                    <p:nvPicPr>
                      <p:cNvPr id="0" name="对象 78" hidden="1"/>
                      <p:cNvPicPr/>
                      <p:nvPr/>
                    </p:nvPicPr>
                    <p:blipFill>
                      <a:blip r:embed="rId3"/>
                      <a:stretch>
                        <a:fillRect/>
                      </a:stretch>
                    </p:blipFill>
                    <p:spPr>
                      <a:xfrm>
                        <a:off x="1588" y="1588"/>
                        <a:ext cx="1588" cy="1588"/>
                      </a:xfrm>
                      <a:prstGeom prst="rect">
                        <a:avLst/>
                      </a:prstGeom>
                    </p:spPr>
                  </p:pic>
                </p:oleObj>
              </mc:Fallback>
            </mc:AlternateContent>
          </a:graphicData>
        </a:graphic>
      </p:graphicFrame>
      <p:sp>
        <p:nvSpPr>
          <p:cNvPr id="4" name="矩形 3"/>
          <p:cNvSpPr/>
          <p:nvPr/>
        </p:nvSpPr>
        <p:spPr>
          <a:xfrm>
            <a:off x="3231641" y="6396003"/>
            <a:ext cx="390241" cy="307777"/>
          </a:xfrm>
          <a:prstGeom prst="rect">
            <a:avLst/>
          </a:prstGeom>
        </p:spPr>
        <p:txBody>
          <a:bodyPr wrap="square" rtlCol="0" anchor="ctr">
            <a:spAutoFit/>
          </a:bodyPr>
          <a:lstStyle/>
          <a:p>
            <a:pPr algn="ctr"/>
            <a:endParaRPr lang="zh-CN" altLang="en-US" sz="1400">
              <a:ln>
                <a:solidFill>
                  <a:srgbClr val="FFC000"/>
                </a:solidFill>
              </a:ln>
              <a:latin typeface="微软雅黑" panose="020B0503020204020204" pitchFamily="34" charset="-122"/>
              <a:ea typeface="微软雅黑" panose="020B0503020204020204" pitchFamily="34" charset="-122"/>
            </a:endParaRPr>
          </a:p>
        </p:txBody>
      </p:sp>
      <p:sp>
        <p:nvSpPr>
          <p:cNvPr id="47" name="文本框 46"/>
          <p:cNvSpPr txBox="1"/>
          <p:nvPr/>
        </p:nvSpPr>
        <p:spPr>
          <a:xfrm>
            <a:off x="697580" y="252439"/>
            <a:ext cx="4236085" cy="460375"/>
          </a:xfrm>
          <a:prstGeom prst="rect">
            <a:avLst/>
          </a:prstGeom>
          <a:noFill/>
        </p:spPr>
        <p:txBody>
          <a:bodyPr wrap="none" rtlCol="0">
            <a:spAutoFit/>
          </a:bodyPr>
          <a:lstStyle/>
          <a:p>
            <a:pPr>
              <a:defRPr/>
            </a:pPr>
            <a:r>
              <a:rPr lang="en-US" altLang="zh-CN" sz="2400" dirty="0">
                <a:solidFill>
                  <a:srgbClr val="063360"/>
                </a:solidFill>
                <a:latin typeface="微软雅黑"/>
                <a:cs typeface="Arial" panose="020B0604020202090204" pitchFamily="34" charset="0"/>
                <a:sym typeface="+mn-lt"/>
              </a:rPr>
              <a:t>01</a:t>
            </a:r>
            <a:r>
              <a:rPr lang="zh-CN" altLang="en-US" sz="2400" dirty="0">
                <a:solidFill>
                  <a:srgbClr val="063360"/>
                </a:solidFill>
                <a:latin typeface="微软雅黑"/>
                <a:cs typeface="Arial" panose="020B0604020202090204" pitchFamily="34" charset="0"/>
                <a:sym typeface="+mn-lt"/>
              </a:rPr>
              <a:t>「</a:t>
            </a:r>
            <a:r>
              <a:rPr lang="zh-CN" altLang="en-US" sz="2400" dirty="0">
                <a:solidFill>
                  <a:srgbClr val="063360"/>
                </a:solidFill>
                <a:latin typeface="微软雅黑"/>
                <a:cs typeface="Arial" panose="020B0604020202090204" pitchFamily="34" charset="0"/>
              </a:rPr>
              <a:t>第一季度工作成果</a:t>
            </a:r>
            <a:r>
              <a:rPr lang="zh-CN" altLang="en-US" sz="2400" dirty="0">
                <a:solidFill>
                  <a:srgbClr val="063360"/>
                </a:solidFill>
                <a:latin typeface="微软雅黑"/>
                <a:cs typeface="Arial" panose="020B0604020202090204" pitchFamily="34" charset="0"/>
                <a:sym typeface="+mn-lt"/>
              </a:rPr>
              <a:t>」</a:t>
            </a:r>
            <a:r>
              <a:rPr lang="zh-CN" altLang="en-US" sz="1400" dirty="0">
                <a:solidFill>
                  <a:srgbClr val="063360"/>
                </a:solidFill>
                <a:latin typeface="微软雅黑"/>
                <a:cs typeface="Arial" panose="020B0604020202090204" pitchFamily="34" charset="0"/>
                <a:sym typeface="+mn-lt"/>
              </a:rPr>
              <a:t>风匠</a:t>
            </a:r>
            <a:r>
              <a:rPr lang="en-US" altLang="zh-CN" sz="1400" dirty="0">
                <a:solidFill>
                  <a:srgbClr val="063360"/>
                </a:solidFill>
                <a:latin typeface="微软雅黑"/>
                <a:cs typeface="Arial" panose="020B0604020202090204" pitchFamily="34" charset="0"/>
                <a:sym typeface="+mn-lt"/>
              </a:rPr>
              <a:t>3.0</a:t>
            </a:r>
            <a:endParaRPr lang="en-US" altLang="zh-CN" sz="1400" dirty="0">
              <a:solidFill>
                <a:srgbClr val="063360"/>
              </a:solidFill>
              <a:latin typeface="微软雅黑"/>
              <a:cs typeface="Arial" panose="020B0604020202090204" pitchFamily="34" charset="0"/>
              <a:sym typeface="+mn-lt"/>
            </a:endParaRPr>
          </a:p>
        </p:txBody>
      </p:sp>
      <p:sp>
        <p:nvSpPr>
          <p:cNvPr id="5" name="矩形 4"/>
          <p:cNvSpPr/>
          <p:nvPr/>
        </p:nvSpPr>
        <p:spPr>
          <a:xfrm>
            <a:off x="697865" y="953135"/>
            <a:ext cx="11070590" cy="1142365"/>
          </a:xfrm>
          <a:prstGeom prst="rect">
            <a:avLst/>
          </a:prstGeom>
          <a:solidFill>
            <a:srgbClr val="DBEBFA"/>
          </a:solidFill>
        </p:spPr>
        <p:txBody>
          <a:bodyPr wrap="square" lIns="72000" tIns="36000" rIns="72000" bIns="36000" rtlCol="0" anchor="t">
            <a:noAutofit/>
          </a:bodyPr>
          <a:lstStyle/>
          <a:p>
            <a:pPr marL="285750" lvl="0" indent="-285750" eaLnBrk="0" fontAlgn="base" hangingPunct="0">
              <a:lnSpc>
                <a:spcPct val="150000"/>
              </a:lnSpc>
              <a:spcAft>
                <a:spcPct val="0"/>
              </a:spcAft>
              <a:buFont typeface="Wingdings" panose="05000000000000000000" pitchFamily="2" charset="2"/>
              <a:buChar char="Ø"/>
              <a:defRPr/>
            </a:pPr>
            <a:r>
              <a:rPr kumimoji="1" lang="zh-CN" altLang="en-US" sz="1200" b="1" dirty="0">
                <a:solidFill>
                  <a:schemeClr val="tx1"/>
                </a:solidFill>
                <a:latin typeface="微软雅黑" panose="020B0503020204020204" pitchFamily="34" charset="-122"/>
                <a:ea typeface="微软雅黑" panose="020B0503020204020204" pitchFamily="34" charset="-122"/>
                <a:cs typeface="+mn-ea"/>
              </a:rPr>
              <a:t>整体应用情况</a:t>
            </a:r>
            <a:r>
              <a:rPr kumimoji="1" lang="en-US" altLang="zh-CN" sz="1200" b="1" dirty="0">
                <a:solidFill>
                  <a:schemeClr val="tx1"/>
                </a:solidFill>
                <a:latin typeface="微软雅黑" panose="020B0503020204020204" pitchFamily="34" charset="-122"/>
                <a:ea typeface="微软雅黑" panose="020B0503020204020204" pitchFamily="34" charset="-122"/>
                <a:cs typeface="+mn-ea"/>
              </a:rPr>
              <a:t>：</a:t>
            </a:r>
            <a:r>
              <a:rPr kumimoji="1" lang="en-US" altLang="zh-CN" sz="1200" dirty="0">
                <a:solidFill>
                  <a:schemeClr val="tx1"/>
                </a:solidFill>
                <a:latin typeface="微软雅黑" panose="020B0503020204020204" pitchFamily="34" charset="-122"/>
                <a:ea typeface="微软雅黑" panose="020B0503020204020204" pitchFamily="34" charset="-122"/>
                <a:cs typeface="+mn-ea"/>
              </a:rPr>
              <a:t>2026</a:t>
            </a:r>
            <a:r>
              <a:rPr kumimoji="1" lang="zh-CN" altLang="en-US" sz="1200" dirty="0">
                <a:solidFill>
                  <a:schemeClr val="tx1"/>
                </a:solidFill>
                <a:latin typeface="微软雅黑" panose="020B0503020204020204" pitchFamily="34" charset="-122"/>
                <a:ea typeface="微软雅黑" panose="020B0503020204020204" pitchFamily="34" charset="-122"/>
                <a:cs typeface="+mn-ea"/>
              </a:rPr>
              <a:t>年一季度共服务内部用户</a:t>
            </a:r>
            <a:r>
              <a:rPr kumimoji="1" lang="en-US" altLang="zh-CN" sz="1200" b="1" dirty="0">
                <a:solidFill>
                  <a:schemeClr val="tx1"/>
                </a:solidFill>
                <a:latin typeface="微软雅黑" panose="020B0503020204020204" pitchFamily="34" charset="-122"/>
                <a:ea typeface="微软雅黑" panose="020B0503020204020204" pitchFamily="34" charset="-122"/>
                <a:cs typeface="+mn-ea"/>
              </a:rPr>
              <a:t>234</a:t>
            </a:r>
            <a:r>
              <a:rPr kumimoji="1" lang="zh-CN" altLang="en-US" sz="1200" b="1" dirty="0">
                <a:solidFill>
                  <a:schemeClr val="tx1"/>
                </a:solidFill>
                <a:latin typeface="微软雅黑" panose="020B0503020204020204" pitchFamily="34" charset="-122"/>
                <a:ea typeface="微软雅黑" panose="020B0503020204020204" pitchFamily="34" charset="-122"/>
                <a:cs typeface="+mn-ea"/>
              </a:rPr>
              <a:t>人</a:t>
            </a:r>
            <a:r>
              <a:rPr kumimoji="1" lang="en-US" altLang="zh-CN" sz="1200" b="1" dirty="0">
                <a:solidFill>
                  <a:schemeClr val="tx1"/>
                </a:solidFill>
                <a:latin typeface="微软雅黑" panose="020B0503020204020204" pitchFamily="34" charset="-122"/>
                <a:ea typeface="微软雅黑" panose="020B0503020204020204" pitchFamily="34" charset="-122"/>
                <a:cs typeface="+mn-ea"/>
              </a:rPr>
              <a:t>，</a:t>
            </a:r>
            <a:r>
              <a:rPr kumimoji="1" lang="zh-CN" altLang="en-US" sz="1200" dirty="0">
                <a:solidFill>
                  <a:schemeClr val="tx1"/>
                </a:solidFill>
                <a:latin typeface="微软雅黑" panose="020B0503020204020204" pitchFamily="34" charset="-122"/>
                <a:ea typeface="微软雅黑" panose="020B0503020204020204" pitchFamily="34" charset="-122"/>
                <a:cs typeface="+mn-ea"/>
              </a:rPr>
              <a:t>外部用户</a:t>
            </a:r>
            <a:r>
              <a:rPr kumimoji="1" lang="en-US" altLang="zh-CN" sz="1200" b="1" dirty="0">
                <a:solidFill>
                  <a:schemeClr val="tx1"/>
                </a:solidFill>
                <a:latin typeface="微软雅黑" panose="020B0503020204020204" pitchFamily="34" charset="-122"/>
                <a:ea typeface="微软雅黑" panose="020B0503020204020204" pitchFamily="34" charset="-122"/>
                <a:cs typeface="+mn-ea"/>
              </a:rPr>
              <a:t>31</a:t>
            </a:r>
            <a:r>
              <a:rPr kumimoji="1" lang="zh-CN" altLang="en-US" sz="1200" b="1" dirty="0">
                <a:solidFill>
                  <a:schemeClr val="tx1"/>
                </a:solidFill>
                <a:latin typeface="微软雅黑" panose="020B0503020204020204" pitchFamily="34" charset="-122"/>
                <a:ea typeface="微软雅黑" panose="020B0503020204020204" pitchFamily="34" charset="-122"/>
                <a:cs typeface="+mn-ea"/>
              </a:rPr>
              <a:t>人</a:t>
            </a:r>
            <a:r>
              <a:rPr kumimoji="1" lang="en-US" altLang="zh-CN" sz="1200" b="1" dirty="0">
                <a:solidFill>
                  <a:schemeClr val="tx1"/>
                </a:solidFill>
                <a:latin typeface="微软雅黑" panose="020B0503020204020204" pitchFamily="34" charset="-122"/>
                <a:ea typeface="微软雅黑" panose="020B0503020204020204" pitchFamily="34" charset="-122"/>
                <a:cs typeface="+mn-ea"/>
              </a:rPr>
              <a:t>，</a:t>
            </a:r>
            <a:r>
              <a:rPr kumimoji="1" lang="zh-CN" altLang="en-US" sz="1200" dirty="0">
                <a:solidFill>
                  <a:schemeClr val="tx1"/>
                </a:solidFill>
                <a:latin typeface="微软雅黑" panose="020B0503020204020204" pitchFamily="34" charset="-122"/>
                <a:ea typeface="微软雅黑" panose="020B0503020204020204" pitchFamily="34" charset="-122"/>
                <a:cs typeface="+mn-ea"/>
              </a:rPr>
              <a:t>新建项目</a:t>
            </a:r>
            <a:r>
              <a:rPr kumimoji="1" lang="en-US" altLang="zh-CN" sz="1200" b="1" dirty="0">
                <a:solidFill>
                  <a:schemeClr val="tx1"/>
                </a:solidFill>
                <a:latin typeface="微软雅黑" panose="020B0503020204020204" pitchFamily="34" charset="-122"/>
                <a:ea typeface="微软雅黑" panose="020B0503020204020204" pitchFamily="34" charset="-122"/>
                <a:cs typeface="+mn-ea"/>
              </a:rPr>
              <a:t> 579</a:t>
            </a:r>
            <a:r>
              <a:rPr kumimoji="1" lang="zh-CN" altLang="en-US" sz="1200" b="1" dirty="0">
                <a:solidFill>
                  <a:schemeClr val="tx1"/>
                </a:solidFill>
                <a:latin typeface="微软雅黑" panose="020B0503020204020204" pitchFamily="34" charset="-122"/>
                <a:ea typeface="微软雅黑" panose="020B0503020204020204" pitchFamily="34" charset="-122"/>
                <a:cs typeface="+mn-ea"/>
              </a:rPr>
              <a:t>个、新增容量</a:t>
            </a:r>
            <a:r>
              <a:rPr kumimoji="1" lang="en-US" altLang="zh-CN" sz="1200" b="1" dirty="0">
                <a:solidFill>
                  <a:schemeClr val="tx1"/>
                </a:solidFill>
                <a:latin typeface="微软雅黑" panose="020B0503020204020204" pitchFamily="34" charset="-122"/>
                <a:ea typeface="微软雅黑" panose="020B0503020204020204" pitchFamily="34" charset="-122"/>
                <a:cs typeface="+mn-ea"/>
              </a:rPr>
              <a:t> 138.87GW，</a:t>
            </a:r>
            <a:r>
              <a:rPr kumimoji="1" lang="zh-CN" altLang="en-US" sz="1200" dirty="0">
                <a:solidFill>
                  <a:schemeClr val="tx1"/>
                </a:solidFill>
                <a:latin typeface="微软雅黑" panose="020B0503020204020204" pitchFamily="34" charset="-122"/>
                <a:ea typeface="微软雅黑" panose="020B0503020204020204" pitchFamily="34" charset="-122"/>
                <a:cs typeface="+mn-ea"/>
              </a:rPr>
              <a:t>以国内营销为例</a:t>
            </a:r>
            <a:r>
              <a:rPr kumimoji="1" lang="en-US" altLang="zh-CN" sz="1200" dirty="0">
                <a:solidFill>
                  <a:schemeClr val="tx1"/>
                </a:solidFill>
                <a:latin typeface="微软雅黑" panose="020B0503020204020204" pitchFamily="34" charset="-122"/>
                <a:ea typeface="微软雅黑" panose="020B0503020204020204" pitchFamily="34" charset="-122"/>
                <a:cs typeface="+mn-ea"/>
              </a:rPr>
              <a:t>，</a:t>
            </a:r>
            <a:r>
              <a:rPr kumimoji="1" lang="zh-CN" altLang="en-US" sz="1200" dirty="0">
                <a:solidFill>
                  <a:schemeClr val="tx1"/>
                </a:solidFill>
                <a:latin typeface="微软雅黑" panose="020B0503020204020204" pitchFamily="34" charset="-122"/>
                <a:ea typeface="微软雅黑" panose="020B0503020204020204" pitchFamily="34" charset="-122"/>
                <a:cs typeface="+mn-ea"/>
              </a:rPr>
              <a:t>月均新增项目</a:t>
            </a:r>
            <a:r>
              <a:rPr kumimoji="1" lang="en-US" altLang="zh-CN" sz="1200" b="1" dirty="0">
                <a:solidFill>
                  <a:schemeClr val="tx1"/>
                </a:solidFill>
                <a:latin typeface="微软雅黑" panose="020B0503020204020204" pitchFamily="34" charset="-122"/>
                <a:ea typeface="微软雅黑" panose="020B0503020204020204" pitchFamily="34" charset="-122"/>
                <a:cs typeface="+mn-ea"/>
              </a:rPr>
              <a:t>119</a:t>
            </a:r>
            <a:r>
              <a:rPr kumimoji="1" lang="zh-CN" altLang="en-US" sz="1200" b="1" dirty="0">
                <a:solidFill>
                  <a:schemeClr val="tx1"/>
                </a:solidFill>
                <a:latin typeface="微软雅黑" panose="020B0503020204020204" pitchFamily="34" charset="-122"/>
                <a:ea typeface="微软雅黑" panose="020B0503020204020204" pitchFamily="34" charset="-122"/>
                <a:cs typeface="+mn-ea"/>
              </a:rPr>
              <a:t>个</a:t>
            </a:r>
            <a:endParaRPr kumimoji="1" lang="en-US" altLang="zh-CN" sz="1200" b="1" dirty="0">
              <a:solidFill>
                <a:schemeClr val="tx1"/>
              </a:solidFill>
              <a:latin typeface="微软雅黑" panose="020B0503020204020204" pitchFamily="34" charset="-122"/>
              <a:ea typeface="微软雅黑" panose="020B0503020204020204" pitchFamily="34" charset="-122"/>
              <a:cs typeface="+mn-ea"/>
            </a:endParaRPr>
          </a:p>
          <a:p>
            <a:pPr marL="285750" lvl="0" indent="-285750" eaLnBrk="0" fontAlgn="base" hangingPunct="0">
              <a:lnSpc>
                <a:spcPct val="150000"/>
              </a:lnSpc>
              <a:spcAft>
                <a:spcPct val="0"/>
              </a:spcAft>
              <a:buFont typeface="Wingdings" panose="05000000000000000000" pitchFamily="2" charset="2"/>
              <a:buChar char="Ø"/>
              <a:defRPr/>
            </a:pPr>
            <a:r>
              <a:rPr kumimoji="1" lang="zh-CN" altLang="en-US" sz="1200" dirty="0">
                <a:solidFill>
                  <a:schemeClr val="tx1"/>
                </a:solidFill>
                <a:latin typeface="微软雅黑" panose="020B0503020204020204" pitchFamily="34" charset="-122"/>
                <a:ea typeface="微软雅黑" panose="020B0503020204020204" pitchFamily="34" charset="-122"/>
                <a:cs typeface="+mn-ea"/>
              </a:rPr>
              <a:t>核心工程师月均</a:t>
            </a:r>
            <a:r>
              <a:rPr kumimoji="1" lang="zh-CN" altLang="en-US" sz="1200" b="1" dirty="0">
                <a:solidFill>
                  <a:schemeClr val="tx1"/>
                </a:solidFill>
                <a:latin typeface="微软雅黑" panose="020B0503020204020204" pitchFamily="34" charset="-122"/>
                <a:ea typeface="微软雅黑" panose="020B0503020204020204" pitchFamily="34" charset="-122"/>
                <a:cs typeface="+mn-ea"/>
              </a:rPr>
              <a:t>访问次数</a:t>
            </a:r>
            <a:r>
              <a:rPr kumimoji="1" lang="en-US" altLang="zh-CN" sz="1200" b="1" dirty="0">
                <a:solidFill>
                  <a:schemeClr val="tx1"/>
                </a:solidFill>
                <a:latin typeface="微软雅黑" panose="020B0503020204020204" pitchFamily="34" charset="-122"/>
                <a:ea typeface="微软雅黑" panose="020B0503020204020204" pitchFamily="34" charset="-122"/>
                <a:cs typeface="+mn-ea"/>
              </a:rPr>
              <a:t>670</a:t>
            </a:r>
            <a:r>
              <a:rPr kumimoji="1" lang="zh-CN" altLang="en-US" sz="1200" b="1" dirty="0">
                <a:solidFill>
                  <a:schemeClr val="tx1"/>
                </a:solidFill>
                <a:latin typeface="微软雅黑" panose="020B0503020204020204" pitchFamily="34" charset="-122"/>
                <a:ea typeface="微软雅黑" panose="020B0503020204020204" pitchFamily="34" charset="-122"/>
                <a:cs typeface="+mn-ea"/>
              </a:rPr>
              <a:t>次</a:t>
            </a:r>
            <a:r>
              <a:rPr kumimoji="1" lang="en-US" altLang="zh-CN" sz="1200" b="1" dirty="0">
                <a:solidFill>
                  <a:schemeClr val="tx1"/>
                </a:solidFill>
                <a:latin typeface="微软雅黑" panose="020B0503020204020204" pitchFamily="34" charset="-122"/>
                <a:ea typeface="微软雅黑" panose="020B0503020204020204" pitchFamily="34" charset="-122"/>
                <a:cs typeface="+mn-ea"/>
              </a:rPr>
              <a:t>，</a:t>
            </a:r>
            <a:r>
              <a:rPr kumimoji="1" lang="zh-CN" altLang="en-US" sz="1200" b="1" dirty="0">
                <a:solidFill>
                  <a:schemeClr val="tx1"/>
                </a:solidFill>
                <a:latin typeface="微软雅黑" panose="020B0503020204020204" pitchFamily="34" charset="-122"/>
                <a:ea typeface="微软雅黑" panose="020B0503020204020204" pitchFamily="34" charset="-122"/>
                <a:cs typeface="+mn-ea"/>
              </a:rPr>
              <a:t>其中定向方案</a:t>
            </a:r>
            <a:r>
              <a:rPr kumimoji="1" lang="en-US" altLang="zh-CN" sz="1200" b="1" dirty="0">
                <a:solidFill>
                  <a:schemeClr val="tx1"/>
                </a:solidFill>
                <a:latin typeface="微软雅黑" panose="020B0503020204020204" pitchFamily="34" charset="-122"/>
                <a:ea typeface="微软雅黑" panose="020B0503020204020204" pitchFamily="34" charset="-122"/>
                <a:cs typeface="+mn-ea"/>
              </a:rPr>
              <a:t>415</a:t>
            </a:r>
            <a:r>
              <a:rPr kumimoji="1" lang="zh-CN" altLang="en-US" sz="1200" b="1" dirty="0">
                <a:solidFill>
                  <a:schemeClr val="tx1"/>
                </a:solidFill>
                <a:latin typeface="微软雅黑" panose="020B0503020204020204" pitchFamily="34" charset="-122"/>
                <a:ea typeface="微软雅黑" panose="020B0503020204020204" pitchFamily="34" charset="-122"/>
                <a:cs typeface="+mn-ea"/>
              </a:rPr>
              <a:t>个</a:t>
            </a:r>
            <a:r>
              <a:rPr kumimoji="1" lang="en-US" altLang="zh-CN" sz="1200" b="1" dirty="0">
                <a:solidFill>
                  <a:schemeClr val="tx1"/>
                </a:solidFill>
                <a:latin typeface="微软雅黑" panose="020B0503020204020204" pitchFamily="34" charset="-122"/>
                <a:ea typeface="微软雅黑" panose="020B0503020204020204" pitchFamily="34" charset="-122"/>
                <a:cs typeface="+mn-ea"/>
              </a:rPr>
              <a:t>，</a:t>
            </a:r>
            <a:r>
              <a:rPr kumimoji="1" lang="zh-CN" altLang="en-US" sz="1200" b="1" dirty="0">
                <a:solidFill>
                  <a:schemeClr val="tx1"/>
                </a:solidFill>
                <a:latin typeface="微软雅黑" panose="020B0503020204020204" pitchFamily="34" charset="-122"/>
                <a:ea typeface="微软雅黑" panose="020B0503020204020204" pitchFamily="34" charset="-122"/>
                <a:cs typeface="+mn-ea"/>
              </a:rPr>
              <a:t>综合方案</a:t>
            </a:r>
            <a:r>
              <a:rPr kumimoji="1" lang="en-US" altLang="zh-CN" sz="1200" b="1" dirty="0">
                <a:solidFill>
                  <a:schemeClr val="tx1"/>
                </a:solidFill>
                <a:latin typeface="微软雅黑" panose="020B0503020204020204" pitchFamily="34" charset="-122"/>
                <a:ea typeface="微软雅黑" panose="020B0503020204020204" pitchFamily="34" charset="-122"/>
                <a:cs typeface="+mn-ea"/>
              </a:rPr>
              <a:t>2154</a:t>
            </a:r>
            <a:r>
              <a:rPr kumimoji="1" lang="zh-CN" altLang="en-US" sz="1200" b="1" dirty="0">
                <a:solidFill>
                  <a:schemeClr val="tx1"/>
                </a:solidFill>
                <a:latin typeface="微软雅黑" panose="020B0503020204020204" pitchFamily="34" charset="-122"/>
                <a:ea typeface="微软雅黑" panose="020B0503020204020204" pitchFamily="34" charset="-122"/>
                <a:cs typeface="+mn-ea"/>
              </a:rPr>
              <a:t>个</a:t>
            </a:r>
            <a:r>
              <a:rPr kumimoji="1" lang="en-US" altLang="zh-CN" sz="1200" b="1" dirty="0">
                <a:solidFill>
                  <a:schemeClr val="tx1"/>
                </a:solidFill>
                <a:latin typeface="微软雅黑" panose="020B0503020204020204" pitchFamily="34" charset="-122"/>
                <a:ea typeface="微软雅黑" panose="020B0503020204020204" pitchFamily="34" charset="-122"/>
                <a:cs typeface="+mn-ea"/>
              </a:rPr>
              <a:t>，</a:t>
            </a:r>
            <a:r>
              <a:rPr kumimoji="1" lang="zh-CN" altLang="en-US" sz="1200" b="1" dirty="0">
                <a:solidFill>
                  <a:schemeClr val="tx1"/>
                </a:solidFill>
                <a:latin typeface="微软雅黑" panose="020B0503020204020204" pitchFamily="34" charset="-122"/>
                <a:ea typeface="微软雅黑" panose="020B0503020204020204" pitchFamily="34" charset="-122"/>
                <a:cs typeface="+mn-ea"/>
              </a:rPr>
              <a:t>单个最大项目容量</a:t>
            </a:r>
            <a:r>
              <a:rPr kumimoji="1" lang="en-US" altLang="zh-CN" sz="1200" b="1" dirty="0">
                <a:solidFill>
                  <a:schemeClr val="tx1"/>
                </a:solidFill>
                <a:latin typeface="微软雅黑" panose="020B0503020204020204" pitchFamily="34" charset="-122"/>
                <a:ea typeface="微软雅黑" panose="020B0503020204020204" pitchFamily="34" charset="-122"/>
                <a:cs typeface="+mn-ea"/>
              </a:rPr>
              <a:t> 6000 MW。</a:t>
            </a:r>
            <a:endParaRPr kumimoji="1" lang="en-US" altLang="zh-CN" sz="1200" b="1" dirty="0">
              <a:solidFill>
                <a:schemeClr val="tx1"/>
              </a:solidFill>
              <a:latin typeface="微软雅黑" panose="020B0503020204020204" pitchFamily="34" charset="-122"/>
              <a:ea typeface="微软雅黑" panose="020B0503020204020204" pitchFamily="34" charset="-122"/>
              <a:cs typeface="+mn-ea"/>
            </a:endParaRPr>
          </a:p>
          <a:p>
            <a:pPr marL="285750" lvl="0" indent="-285750" eaLnBrk="0" fontAlgn="base" hangingPunct="0">
              <a:lnSpc>
                <a:spcPct val="150000"/>
              </a:lnSpc>
              <a:spcAft>
                <a:spcPct val="0"/>
              </a:spcAft>
              <a:buFont typeface="Wingdings" panose="05000000000000000000" pitchFamily="2" charset="2"/>
              <a:buChar char="Ø"/>
              <a:defRPr/>
            </a:pPr>
            <a:r>
              <a:rPr kumimoji="1" lang="zh-CN" altLang="en-US" sz="1200" b="1" dirty="0">
                <a:solidFill>
                  <a:schemeClr val="tx1"/>
                </a:solidFill>
                <a:latin typeface="微软雅黑" panose="020B0503020204020204" pitchFamily="34" charset="-122"/>
                <a:ea typeface="微软雅黑" panose="020B0503020204020204" pitchFamily="34" charset="-122"/>
                <a:cs typeface="+mn-ea"/>
              </a:rPr>
              <a:t>各模块使用情况</a:t>
            </a:r>
            <a:r>
              <a:rPr kumimoji="1" lang="en-US" altLang="zh-CN" sz="1200" b="1" dirty="0">
                <a:solidFill>
                  <a:schemeClr val="tx1"/>
                </a:solidFill>
                <a:latin typeface="微软雅黑" panose="020B0503020204020204" pitchFamily="34" charset="-122"/>
                <a:ea typeface="微软雅黑" panose="020B0503020204020204" pitchFamily="34" charset="-122"/>
                <a:cs typeface="+mn-ea"/>
              </a:rPr>
              <a:t>：</a:t>
            </a:r>
            <a:r>
              <a:rPr kumimoji="1" lang="zh-CN" altLang="en-US" sz="1200" dirty="0">
                <a:solidFill>
                  <a:schemeClr val="tx1"/>
                </a:solidFill>
                <a:latin typeface="微软雅黑" panose="020B0503020204020204" pitchFamily="34" charset="-122"/>
                <a:ea typeface="微软雅黑" panose="020B0503020204020204" pitchFamily="34" charset="-122"/>
                <a:cs typeface="+mn-ea"/>
              </a:rPr>
              <a:t>风数据：</a:t>
            </a:r>
            <a:r>
              <a:rPr kumimoji="1" lang="en-US" altLang="zh-CN" sz="1200" dirty="0">
                <a:solidFill>
                  <a:schemeClr val="tx1"/>
                </a:solidFill>
                <a:latin typeface="微软雅黑" panose="020B0503020204020204" pitchFamily="34" charset="-122"/>
                <a:ea typeface="微软雅黑" panose="020B0503020204020204" pitchFamily="34" charset="-122"/>
                <a:cs typeface="+mn-ea"/>
              </a:rPr>
              <a:t>6434</a:t>
            </a:r>
            <a:r>
              <a:rPr kumimoji="1" lang="zh-CN" altLang="en-US" sz="1200" dirty="0">
                <a:solidFill>
                  <a:schemeClr val="tx1"/>
                </a:solidFill>
                <a:latin typeface="微软雅黑" panose="020B0503020204020204" pitchFamily="34" charset="-122"/>
                <a:ea typeface="微软雅黑" panose="020B0503020204020204" pitchFamily="34" charset="-122"/>
                <a:cs typeface="+mn-ea"/>
              </a:rPr>
              <a:t>，风数据自动处理</a:t>
            </a:r>
            <a:r>
              <a:rPr kumimoji="1" lang="en-US" altLang="zh-CN" sz="1200" dirty="0">
                <a:solidFill>
                  <a:schemeClr val="tx1"/>
                </a:solidFill>
                <a:latin typeface="微软雅黑" panose="020B0503020204020204" pitchFamily="34" charset="-122"/>
                <a:ea typeface="微软雅黑" panose="020B0503020204020204" pitchFamily="34" charset="-122"/>
                <a:cs typeface="+mn-ea"/>
              </a:rPr>
              <a:t>446</a:t>
            </a:r>
            <a:r>
              <a:rPr kumimoji="1" lang="zh-CN" altLang="en-US" sz="1200" dirty="0">
                <a:solidFill>
                  <a:schemeClr val="tx1"/>
                </a:solidFill>
                <a:latin typeface="微软雅黑" panose="020B0503020204020204" pitchFamily="34" charset="-122"/>
                <a:ea typeface="微软雅黑" panose="020B0503020204020204" pitchFamily="34" charset="-122"/>
                <a:cs typeface="+mn-ea"/>
              </a:rPr>
              <a:t>，综合计算</a:t>
            </a:r>
            <a:r>
              <a:rPr kumimoji="1" lang="en-US" altLang="zh-CN" sz="1200" dirty="0">
                <a:solidFill>
                  <a:schemeClr val="tx1"/>
                </a:solidFill>
                <a:latin typeface="微软雅黑" panose="020B0503020204020204" pitchFamily="34" charset="-122"/>
                <a:ea typeface="微软雅黑" panose="020B0503020204020204" pitchFamily="34" charset="-122"/>
                <a:cs typeface="+mn-ea"/>
              </a:rPr>
              <a:t>2591</a:t>
            </a:r>
            <a:r>
              <a:rPr kumimoji="1" lang="zh-CN" altLang="en-US" sz="1200" dirty="0">
                <a:solidFill>
                  <a:schemeClr val="tx1"/>
                </a:solidFill>
                <a:latin typeface="微软雅黑" panose="020B0503020204020204" pitchFamily="34" charset="-122"/>
                <a:ea typeface="微软雅黑" panose="020B0503020204020204" pitchFamily="34" charset="-122"/>
                <a:cs typeface="+mn-ea"/>
              </a:rPr>
              <a:t>，定向计算</a:t>
            </a:r>
            <a:r>
              <a:rPr kumimoji="1" lang="en-US" altLang="zh-CN" sz="1200" dirty="0">
                <a:solidFill>
                  <a:schemeClr val="tx1"/>
                </a:solidFill>
                <a:latin typeface="微软雅黑" panose="020B0503020204020204" pitchFamily="34" charset="-122"/>
                <a:ea typeface="微软雅黑" panose="020B0503020204020204" pitchFamily="34" charset="-122"/>
                <a:cs typeface="+mn-ea"/>
              </a:rPr>
              <a:t>437</a:t>
            </a:r>
            <a:r>
              <a:rPr kumimoji="1" lang="zh-CN" altLang="en-US" sz="1200" dirty="0">
                <a:solidFill>
                  <a:schemeClr val="tx1"/>
                </a:solidFill>
                <a:latin typeface="微软雅黑" panose="020B0503020204020204" pitchFamily="34" charset="-122"/>
                <a:ea typeface="微软雅黑" panose="020B0503020204020204" pitchFamily="34" charset="-122"/>
                <a:cs typeface="+mn-ea"/>
              </a:rPr>
              <a:t>，工作流</a:t>
            </a:r>
            <a:r>
              <a:rPr kumimoji="1" lang="en-US" altLang="zh-CN" sz="1200" dirty="0">
                <a:solidFill>
                  <a:schemeClr val="tx1"/>
                </a:solidFill>
                <a:latin typeface="微软雅黑" panose="020B0503020204020204" pitchFamily="34" charset="-122"/>
                <a:ea typeface="微软雅黑" panose="020B0503020204020204" pitchFamily="34" charset="-122"/>
                <a:cs typeface="+mn-ea"/>
              </a:rPr>
              <a:t>371</a:t>
            </a:r>
            <a:r>
              <a:rPr kumimoji="1" lang="zh-CN" altLang="en-US" sz="1200" dirty="0">
                <a:solidFill>
                  <a:schemeClr val="tx1"/>
                </a:solidFill>
                <a:latin typeface="微软雅黑" panose="020B0503020204020204" pitchFamily="34" charset="-122"/>
                <a:ea typeface="微软雅黑" panose="020B0503020204020204" pitchFamily="34" charset="-122"/>
                <a:cs typeface="+mn-ea"/>
              </a:rPr>
              <a:t>，自动报告</a:t>
            </a:r>
            <a:r>
              <a:rPr kumimoji="1" lang="en-US" altLang="zh-CN" sz="1200" dirty="0">
                <a:solidFill>
                  <a:schemeClr val="tx1"/>
                </a:solidFill>
                <a:latin typeface="微软雅黑" panose="020B0503020204020204" pitchFamily="34" charset="-122"/>
                <a:ea typeface="微软雅黑" panose="020B0503020204020204" pitchFamily="34" charset="-122"/>
                <a:cs typeface="+mn-ea"/>
              </a:rPr>
              <a:t>211，</a:t>
            </a:r>
            <a:r>
              <a:rPr kumimoji="1" lang="zh-CN" altLang="en-US" sz="1200" dirty="0">
                <a:solidFill>
                  <a:schemeClr val="tx1"/>
                </a:solidFill>
                <a:latin typeface="微软雅黑" panose="020B0503020204020204" pitchFamily="34" charset="-122"/>
                <a:ea typeface="微软雅黑" panose="020B0503020204020204" pitchFamily="34" charset="-122"/>
                <a:cs typeface="+mn-ea"/>
              </a:rPr>
              <a:t>风数据模块使用频次断崖式领先</a:t>
            </a:r>
            <a:endParaRPr kumimoji="1" lang="en-US" altLang="zh-CN" sz="1200" dirty="0">
              <a:solidFill>
                <a:schemeClr val="tx1"/>
              </a:solidFill>
              <a:latin typeface="微软雅黑" panose="020B0503020204020204" pitchFamily="34" charset="-122"/>
              <a:ea typeface="微软雅黑" panose="020B0503020204020204" pitchFamily="34" charset="-122"/>
              <a:cs typeface="+mn-ea"/>
            </a:endParaRPr>
          </a:p>
          <a:p>
            <a:pPr lvl="0" indent="0" eaLnBrk="0" fontAlgn="base" hangingPunct="0">
              <a:lnSpc>
                <a:spcPct val="150000"/>
              </a:lnSpc>
              <a:spcAft>
                <a:spcPct val="0"/>
              </a:spcAft>
              <a:buFont typeface="Wingdings" panose="05000000000000000000" pitchFamily="2" charset="2"/>
              <a:buNone/>
              <a:defRPr/>
            </a:pPr>
            <a:endParaRPr kumimoji="1" lang="zh-CN" altLang="en-US" sz="1200" dirty="0">
              <a:solidFill>
                <a:schemeClr val="tx1"/>
              </a:solidFill>
              <a:latin typeface="微软雅黑" panose="020B0503020204020204" pitchFamily="34" charset="-122"/>
              <a:ea typeface="微软雅黑" panose="020B0503020204020204" pitchFamily="34" charset="-122"/>
              <a:cs typeface="+mn-ea"/>
            </a:endParaRPr>
          </a:p>
        </p:txBody>
      </p:sp>
      <p:sp>
        <p:nvSpPr>
          <p:cNvPr id="15" name="文本框 14"/>
          <p:cNvSpPr txBox="1"/>
          <p:nvPr/>
        </p:nvSpPr>
        <p:spPr>
          <a:xfrm>
            <a:off x="12895580" y="5708650"/>
            <a:ext cx="4064000" cy="337185"/>
          </a:xfrm>
          <a:prstGeom prst="rect">
            <a:avLst/>
          </a:prstGeom>
          <a:noFill/>
          <a:ln w="25400">
            <a:solidFill>
              <a:schemeClr val="accent5">
                <a:lumMod val="50000"/>
              </a:schemeClr>
            </a:solidFill>
          </a:ln>
        </p:spPr>
        <p:txBody>
          <a:bodyPr wrap="square" rtlCol="0">
            <a:spAutoFit/>
          </a:bodyPr>
          <a:p>
            <a:pPr algn="ctr"/>
            <a:endParaRPr lang="zh-CN" altLang="en-US" sz="1600" dirty="0" smtClean="0">
              <a:latin typeface="微软雅黑" panose="020B0503020204020204" pitchFamily="34" charset="-122"/>
              <a:ea typeface="微软雅黑" panose="020B0503020204020204" pitchFamily="34" charset="-122"/>
            </a:endParaRPr>
          </a:p>
        </p:txBody>
      </p:sp>
      <p:pic>
        <p:nvPicPr>
          <p:cNvPr id="3" name="图片 2"/>
          <p:cNvPicPr/>
          <p:nvPr/>
        </p:nvPicPr>
        <p:blipFill>
          <a:blip r:embed="rId4"/>
          <a:stretch>
            <a:fillRect/>
          </a:stretch>
        </p:blipFill>
        <p:spPr>
          <a:xfrm>
            <a:off x="817880" y="2987675"/>
            <a:ext cx="3701415" cy="2400935"/>
          </a:xfrm>
          <a:prstGeom prst="rect">
            <a:avLst/>
          </a:prstGeom>
          <a:ln>
            <a:noFill/>
          </a:ln>
        </p:spPr>
      </p:pic>
      <p:pic>
        <p:nvPicPr>
          <p:cNvPr id="7" name="图片 6"/>
          <p:cNvPicPr/>
          <p:nvPr/>
        </p:nvPicPr>
        <p:blipFill>
          <a:blip r:embed="rId5"/>
          <a:stretch>
            <a:fillRect/>
          </a:stretch>
        </p:blipFill>
        <p:spPr>
          <a:xfrm>
            <a:off x="4519295" y="2987675"/>
            <a:ext cx="3700780" cy="2400300"/>
          </a:xfrm>
          <a:prstGeom prst="rect">
            <a:avLst/>
          </a:prstGeom>
          <a:ln>
            <a:noFill/>
          </a:ln>
        </p:spPr>
      </p:pic>
      <p:sp>
        <p:nvSpPr>
          <p:cNvPr id="9" name="文本框 8"/>
          <p:cNvSpPr txBox="1"/>
          <p:nvPr/>
        </p:nvSpPr>
        <p:spPr>
          <a:xfrm>
            <a:off x="2991485" y="7344410"/>
            <a:ext cx="3204845" cy="212725"/>
          </a:xfrm>
          <a:prstGeom prst="rect">
            <a:avLst/>
          </a:prstGeom>
        </p:spPr>
        <p:txBody>
          <a:bodyPr>
            <a:noAutofit/>
          </a:bodyPr>
          <a:p>
            <a:pPr marL="0" indent="0">
              <a:spcBef>
                <a:spcPct val="0"/>
              </a:spcBef>
              <a:spcAft>
                <a:spcPct val="0"/>
              </a:spcAft>
            </a:pPr>
            <a:endParaRPr lang="zh-CN" altLang="en-US" sz="1600" b="0" i="0">
              <a:solidFill>
                <a:srgbClr val="0D0D0D"/>
              </a:solidFill>
              <a:latin typeface="-apple-system"/>
              <a:ea typeface="-apple-system"/>
            </a:endParaRPr>
          </a:p>
        </p:txBody>
      </p:sp>
      <p:pic>
        <p:nvPicPr>
          <p:cNvPr id="6" name="图片 5"/>
          <p:cNvPicPr/>
          <p:nvPr/>
        </p:nvPicPr>
        <p:blipFill>
          <a:blip r:embed="rId6"/>
          <a:stretch>
            <a:fillRect/>
          </a:stretch>
        </p:blipFill>
        <p:spPr>
          <a:xfrm>
            <a:off x="8242935" y="2215515"/>
            <a:ext cx="3301365" cy="428180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9" name="对象 78" hidden="1"/>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2" name="think-cell 幻灯片" r:id="rId2" imgW="0" imgH="0" progId="TCLayout.ActiveDocument.1">
                  <p:embed/>
                </p:oleObj>
              </mc:Choice>
              <mc:Fallback>
                <p:oleObj name="think-cell 幻灯片" r:id="rId2" imgW="0" imgH="0" progId="TCLayout.ActiveDocument.1">
                  <p:embed/>
                  <p:pic>
                    <p:nvPicPr>
                      <p:cNvPr id="0" name="对象 78" hidden="1"/>
                      <p:cNvPicPr/>
                      <p:nvPr/>
                    </p:nvPicPr>
                    <p:blipFill>
                      <a:blip r:embed="rId3"/>
                      <a:stretch>
                        <a:fillRect/>
                      </a:stretch>
                    </p:blipFill>
                    <p:spPr>
                      <a:xfrm>
                        <a:off x="1588" y="1588"/>
                        <a:ext cx="1588" cy="1588"/>
                      </a:xfrm>
                      <a:prstGeom prst="rect">
                        <a:avLst/>
                      </a:prstGeom>
                    </p:spPr>
                  </p:pic>
                </p:oleObj>
              </mc:Fallback>
            </mc:AlternateContent>
          </a:graphicData>
        </a:graphic>
      </p:graphicFrame>
      <p:sp>
        <p:nvSpPr>
          <p:cNvPr id="4" name="矩形 3"/>
          <p:cNvSpPr/>
          <p:nvPr/>
        </p:nvSpPr>
        <p:spPr>
          <a:xfrm>
            <a:off x="3231641" y="6396003"/>
            <a:ext cx="390241" cy="307777"/>
          </a:xfrm>
          <a:prstGeom prst="rect">
            <a:avLst/>
          </a:prstGeom>
        </p:spPr>
        <p:txBody>
          <a:bodyPr wrap="square" rtlCol="0" anchor="ctr">
            <a:spAutoFit/>
          </a:bodyPr>
          <a:lstStyle/>
          <a:p>
            <a:pPr algn="ctr"/>
            <a:endParaRPr lang="zh-CN" altLang="en-US" sz="1400">
              <a:ln>
                <a:solidFill>
                  <a:srgbClr val="FFC000"/>
                </a:solidFill>
              </a:ln>
              <a:latin typeface="微软雅黑" panose="020B0503020204020204" pitchFamily="34" charset="-122"/>
              <a:ea typeface="微软雅黑" panose="020B0503020204020204" pitchFamily="34" charset="-122"/>
            </a:endParaRPr>
          </a:p>
        </p:txBody>
      </p:sp>
      <p:sp>
        <p:nvSpPr>
          <p:cNvPr id="47" name="文本框 46"/>
          <p:cNvSpPr txBox="1"/>
          <p:nvPr/>
        </p:nvSpPr>
        <p:spPr>
          <a:xfrm>
            <a:off x="697580" y="252439"/>
            <a:ext cx="4236085" cy="460375"/>
          </a:xfrm>
          <a:prstGeom prst="rect">
            <a:avLst/>
          </a:prstGeom>
          <a:noFill/>
        </p:spPr>
        <p:txBody>
          <a:bodyPr wrap="none" rtlCol="0">
            <a:spAutoFit/>
          </a:bodyPr>
          <a:lstStyle/>
          <a:p>
            <a:pPr>
              <a:defRPr/>
            </a:pPr>
            <a:r>
              <a:rPr lang="en-US" altLang="zh-CN" sz="2400" dirty="0">
                <a:solidFill>
                  <a:srgbClr val="063360"/>
                </a:solidFill>
                <a:latin typeface="微软雅黑"/>
                <a:cs typeface="Arial" panose="020B0604020202090204" pitchFamily="34" charset="0"/>
                <a:sym typeface="+mn-lt"/>
              </a:rPr>
              <a:t>01</a:t>
            </a:r>
            <a:r>
              <a:rPr lang="zh-CN" altLang="en-US" sz="2400" dirty="0">
                <a:solidFill>
                  <a:srgbClr val="063360"/>
                </a:solidFill>
                <a:latin typeface="微软雅黑"/>
                <a:cs typeface="Arial" panose="020B0604020202090204" pitchFamily="34" charset="0"/>
                <a:sym typeface="+mn-lt"/>
              </a:rPr>
              <a:t>「</a:t>
            </a:r>
            <a:r>
              <a:rPr lang="zh-CN" altLang="en-US" sz="2400" dirty="0">
                <a:solidFill>
                  <a:srgbClr val="063360"/>
                </a:solidFill>
                <a:latin typeface="微软雅黑"/>
                <a:cs typeface="Arial" panose="020B0604020202090204" pitchFamily="34" charset="0"/>
              </a:rPr>
              <a:t>第一季度工作成果</a:t>
            </a:r>
            <a:r>
              <a:rPr lang="zh-CN" altLang="en-US" sz="2400" dirty="0">
                <a:solidFill>
                  <a:srgbClr val="063360"/>
                </a:solidFill>
                <a:latin typeface="微软雅黑"/>
                <a:cs typeface="Arial" panose="020B0604020202090204" pitchFamily="34" charset="0"/>
                <a:sym typeface="+mn-lt"/>
              </a:rPr>
              <a:t>」</a:t>
            </a:r>
            <a:r>
              <a:rPr lang="zh-CN" altLang="en-US" sz="1400" dirty="0">
                <a:solidFill>
                  <a:srgbClr val="063360"/>
                </a:solidFill>
                <a:latin typeface="微软雅黑"/>
                <a:cs typeface="Arial" panose="020B0604020202090204" pitchFamily="34" charset="0"/>
                <a:sym typeface="+mn-lt"/>
              </a:rPr>
              <a:t>风匠</a:t>
            </a:r>
            <a:r>
              <a:rPr lang="en-US" altLang="zh-CN" sz="1400" dirty="0">
                <a:solidFill>
                  <a:srgbClr val="063360"/>
                </a:solidFill>
                <a:latin typeface="微软雅黑"/>
                <a:cs typeface="Arial" panose="020B0604020202090204" pitchFamily="34" charset="0"/>
                <a:sym typeface="+mn-lt"/>
              </a:rPr>
              <a:t>3.0</a:t>
            </a:r>
            <a:endParaRPr lang="en-US" altLang="zh-CN" sz="1400" dirty="0">
              <a:solidFill>
                <a:srgbClr val="063360"/>
              </a:solidFill>
              <a:latin typeface="微软雅黑"/>
              <a:cs typeface="Arial" panose="020B0604020202090204" pitchFamily="34" charset="0"/>
              <a:sym typeface="+mn-lt"/>
            </a:endParaRPr>
          </a:p>
        </p:txBody>
      </p:sp>
      <p:sp>
        <p:nvSpPr>
          <p:cNvPr id="5" name="矩形 4"/>
          <p:cNvSpPr/>
          <p:nvPr/>
        </p:nvSpPr>
        <p:spPr>
          <a:xfrm>
            <a:off x="697865" y="953135"/>
            <a:ext cx="11070590" cy="1496060"/>
          </a:xfrm>
          <a:prstGeom prst="rect">
            <a:avLst/>
          </a:prstGeom>
          <a:solidFill>
            <a:srgbClr val="DBEBFA"/>
          </a:solidFill>
        </p:spPr>
        <p:txBody>
          <a:bodyPr wrap="square" lIns="72000" tIns="36000" rIns="72000" bIns="36000" rtlCol="0" anchor="t">
            <a:noAutofit/>
          </a:bodyPr>
          <a:lstStyle/>
          <a:p>
            <a:pPr marL="285750" lvl="0" indent="-285750" eaLnBrk="0" fontAlgn="base" hangingPunct="0">
              <a:lnSpc>
                <a:spcPct val="150000"/>
              </a:lnSpc>
              <a:spcAft>
                <a:spcPct val="0"/>
              </a:spcAft>
              <a:buFont typeface="Wingdings" panose="05000000000000000000" pitchFamily="2" charset="2"/>
              <a:buChar char="Ø"/>
              <a:defRPr/>
            </a:pPr>
            <a:r>
              <a:rPr kumimoji="1" lang="zh-CN" altLang="en-US" sz="1200" b="1" dirty="0">
                <a:solidFill>
                  <a:schemeClr val="tx1"/>
                </a:solidFill>
                <a:latin typeface="微软雅黑" panose="020B0503020204020204" pitchFamily="34" charset="-122"/>
                <a:ea typeface="微软雅黑" panose="020B0503020204020204" pitchFamily="34" charset="-122"/>
                <a:cs typeface="+mn-ea"/>
              </a:rPr>
              <a:t>运维情况</a:t>
            </a:r>
            <a:r>
              <a:rPr kumimoji="1" lang="en-US" altLang="zh-CN" sz="1200" b="1" dirty="0">
                <a:solidFill>
                  <a:schemeClr val="tx1"/>
                </a:solidFill>
                <a:latin typeface="微软雅黑" panose="020B0503020204020204" pitchFamily="34" charset="-122"/>
                <a:ea typeface="微软雅黑" panose="020B0503020204020204" pitchFamily="34" charset="-122"/>
                <a:cs typeface="+mn-ea"/>
              </a:rPr>
              <a:t>：</a:t>
            </a:r>
            <a:r>
              <a:rPr kumimoji="1" lang="en-US" altLang="zh-CN" sz="1200" dirty="0">
                <a:solidFill>
                  <a:schemeClr val="tx1"/>
                </a:solidFill>
                <a:latin typeface="微软雅黑" panose="020B0503020204020204" pitchFamily="34" charset="-122"/>
                <a:ea typeface="微软雅黑" panose="020B0503020204020204" pitchFamily="34" charset="-122"/>
                <a:cs typeface="+mn-ea"/>
              </a:rPr>
              <a:t>2026</a:t>
            </a:r>
            <a:r>
              <a:rPr kumimoji="1" lang="zh-CN" altLang="en-US" sz="1200" dirty="0">
                <a:solidFill>
                  <a:schemeClr val="tx1"/>
                </a:solidFill>
                <a:latin typeface="微软雅黑" panose="020B0503020204020204" pitchFamily="34" charset="-122"/>
                <a:ea typeface="微软雅黑" panose="020B0503020204020204" pitchFamily="34" charset="-122"/>
                <a:cs typeface="+mn-ea"/>
              </a:rPr>
              <a:t>年一季度</a:t>
            </a:r>
            <a:r>
              <a:rPr kumimoji="1" lang="zh-CN" altLang="en-US" sz="1200" b="1" dirty="0">
                <a:solidFill>
                  <a:schemeClr val="tx1"/>
                </a:solidFill>
                <a:latin typeface="微软雅黑" panose="020B0503020204020204" pitchFamily="34" charset="-122"/>
                <a:ea typeface="微软雅黑" panose="020B0503020204020204" pitchFamily="34" charset="-122"/>
                <a:cs typeface="+mn-ea"/>
              </a:rPr>
              <a:t>迭代</a:t>
            </a:r>
            <a:r>
              <a:rPr kumimoji="1" lang="en-US" altLang="zh-CN" sz="1200" b="1" dirty="0">
                <a:solidFill>
                  <a:schemeClr val="tx1"/>
                </a:solidFill>
                <a:latin typeface="微软雅黑" panose="020B0503020204020204" pitchFamily="34" charset="-122"/>
                <a:ea typeface="微软雅黑" panose="020B0503020204020204" pitchFamily="34" charset="-122"/>
                <a:cs typeface="+mn-ea"/>
              </a:rPr>
              <a:t>7</a:t>
            </a:r>
            <a:r>
              <a:rPr kumimoji="1" lang="zh-CN" altLang="en-US" sz="1200" b="1" dirty="0">
                <a:solidFill>
                  <a:schemeClr val="tx1"/>
                </a:solidFill>
                <a:latin typeface="微软雅黑" panose="020B0503020204020204" pitchFamily="34" charset="-122"/>
                <a:ea typeface="微软雅黑" panose="020B0503020204020204" pitchFamily="34" charset="-122"/>
                <a:cs typeface="+mn-ea"/>
              </a:rPr>
              <a:t>次</a:t>
            </a:r>
            <a:r>
              <a:rPr kumimoji="1" lang="en-US" altLang="zh-CN" sz="1200" b="1" dirty="0">
                <a:solidFill>
                  <a:schemeClr val="tx1"/>
                </a:solidFill>
                <a:latin typeface="微软雅黑" panose="020B0503020204020204" pitchFamily="34" charset="-122"/>
                <a:ea typeface="微软雅黑" panose="020B0503020204020204" pitchFamily="34" charset="-122"/>
                <a:cs typeface="+mn-ea"/>
              </a:rPr>
              <a:t>，</a:t>
            </a:r>
            <a:r>
              <a:rPr kumimoji="1" lang="zh-CN" altLang="en-US" sz="1200" dirty="0">
                <a:solidFill>
                  <a:schemeClr val="tx1"/>
                </a:solidFill>
                <a:latin typeface="微软雅黑" panose="020B0503020204020204" pitchFamily="34" charset="-122"/>
                <a:ea typeface="微软雅黑" panose="020B0503020204020204" pitchFamily="34" charset="-122"/>
                <a:cs typeface="+mn-ea"/>
              </a:rPr>
              <a:t>共上线</a:t>
            </a:r>
            <a:r>
              <a:rPr kumimoji="1" lang="en-US" altLang="zh-CN" sz="1200" b="1" dirty="0">
                <a:solidFill>
                  <a:schemeClr val="tx1"/>
                </a:solidFill>
                <a:latin typeface="微软雅黑" panose="020B0503020204020204" pitchFamily="34" charset="-122"/>
                <a:ea typeface="微软雅黑" panose="020B0503020204020204" pitchFamily="34" charset="-122"/>
                <a:cs typeface="+mn-ea"/>
              </a:rPr>
              <a:t>47</a:t>
            </a:r>
            <a:r>
              <a:rPr kumimoji="1" lang="zh-CN" altLang="en-US" sz="1200" b="1" dirty="0">
                <a:solidFill>
                  <a:schemeClr val="tx1"/>
                </a:solidFill>
                <a:latin typeface="微软雅黑" panose="020B0503020204020204" pitchFamily="34" charset="-122"/>
                <a:ea typeface="微软雅黑" panose="020B0503020204020204" pitchFamily="34" charset="-122"/>
                <a:cs typeface="+mn-ea"/>
              </a:rPr>
              <a:t>项</a:t>
            </a:r>
            <a:r>
              <a:rPr kumimoji="1" lang="zh-CN" altLang="en-US" sz="1200" dirty="0">
                <a:solidFill>
                  <a:schemeClr val="tx1"/>
                </a:solidFill>
                <a:latin typeface="微软雅黑" panose="020B0503020204020204" pitchFamily="34" charset="-122"/>
                <a:ea typeface="微软雅黑" panose="020B0503020204020204" pitchFamily="34" charset="-122"/>
                <a:cs typeface="+mn-ea"/>
              </a:rPr>
              <a:t>需求</a:t>
            </a:r>
            <a:r>
              <a:rPr kumimoji="1" lang="en-US" altLang="zh-CN" sz="1200" dirty="0">
                <a:solidFill>
                  <a:schemeClr val="tx1"/>
                </a:solidFill>
                <a:latin typeface="微软雅黑" panose="020B0503020204020204" pitchFamily="34" charset="-122"/>
                <a:ea typeface="微软雅黑" panose="020B0503020204020204" pitchFamily="34" charset="-122"/>
                <a:cs typeface="+mn-ea"/>
              </a:rPr>
              <a:t>，</a:t>
            </a:r>
            <a:r>
              <a:rPr kumimoji="1" lang="zh-CN" altLang="en-US" sz="1200" dirty="0">
                <a:solidFill>
                  <a:schemeClr val="tx1"/>
                </a:solidFill>
                <a:latin typeface="微软雅黑" panose="020B0503020204020204" pitchFamily="34" charset="-122"/>
                <a:ea typeface="微软雅黑" panose="020B0503020204020204" pitchFamily="34" charset="-122"/>
                <a:cs typeface="+mn-ea"/>
              </a:rPr>
              <a:t>其中优化需求</a:t>
            </a:r>
            <a:r>
              <a:rPr kumimoji="1" lang="en-US" sz="1200" b="1" dirty="0">
                <a:solidFill>
                  <a:schemeClr val="tx1"/>
                </a:solidFill>
                <a:latin typeface="微软雅黑" panose="020B0503020204020204" pitchFamily="34" charset="-122"/>
                <a:ea typeface="微软雅黑" panose="020B0503020204020204" pitchFamily="34" charset="-122"/>
                <a:cs typeface="+mn-ea"/>
              </a:rPr>
              <a:t>17</a:t>
            </a:r>
            <a:r>
              <a:rPr kumimoji="1" lang="zh-CN" altLang="en-US" sz="1200" b="1" dirty="0">
                <a:solidFill>
                  <a:schemeClr val="tx1"/>
                </a:solidFill>
                <a:latin typeface="微软雅黑" panose="020B0503020204020204" pitchFamily="34" charset="-122"/>
                <a:ea typeface="微软雅黑" panose="020B0503020204020204" pitchFamily="34" charset="-122"/>
                <a:cs typeface="+mn-ea"/>
              </a:rPr>
              <a:t>项</a:t>
            </a:r>
            <a:r>
              <a:rPr kumimoji="1" lang="en-US" altLang="zh-CN" sz="1200" b="1" dirty="0">
                <a:solidFill>
                  <a:schemeClr val="tx1"/>
                </a:solidFill>
                <a:latin typeface="微软雅黑" panose="020B0503020204020204" pitchFamily="34" charset="-122"/>
                <a:ea typeface="微软雅黑" panose="020B0503020204020204" pitchFamily="34" charset="-122"/>
                <a:cs typeface="+mn-ea"/>
              </a:rPr>
              <a:t>，</a:t>
            </a:r>
            <a:r>
              <a:rPr kumimoji="1" lang="zh-CN" altLang="en-US" sz="1200" dirty="0">
                <a:solidFill>
                  <a:schemeClr val="tx1"/>
                </a:solidFill>
                <a:latin typeface="微软雅黑" panose="020B0503020204020204" pitchFamily="34" charset="-122"/>
                <a:ea typeface="微软雅黑" panose="020B0503020204020204" pitchFamily="34" charset="-122"/>
                <a:cs typeface="+mn-ea"/>
              </a:rPr>
              <a:t>新增需求</a:t>
            </a:r>
            <a:r>
              <a:rPr kumimoji="1" lang="en-US" altLang="zh-CN" sz="1200" b="1" dirty="0">
                <a:solidFill>
                  <a:schemeClr val="tx1"/>
                </a:solidFill>
                <a:latin typeface="微软雅黑" panose="020B0503020204020204" pitchFamily="34" charset="-122"/>
                <a:ea typeface="微软雅黑" panose="020B0503020204020204" pitchFamily="34" charset="-122"/>
                <a:cs typeface="+mn-ea"/>
              </a:rPr>
              <a:t>11</a:t>
            </a:r>
            <a:r>
              <a:rPr kumimoji="1" lang="zh-CN" altLang="en-US" sz="1200" b="1" dirty="0">
                <a:solidFill>
                  <a:schemeClr val="tx1"/>
                </a:solidFill>
                <a:latin typeface="微软雅黑" panose="020B0503020204020204" pitchFamily="34" charset="-122"/>
                <a:ea typeface="微软雅黑" panose="020B0503020204020204" pitchFamily="34" charset="-122"/>
                <a:cs typeface="+mn-ea"/>
              </a:rPr>
              <a:t>项</a:t>
            </a:r>
            <a:r>
              <a:rPr kumimoji="1" lang="en-US" altLang="zh-CN" sz="1200" b="1" dirty="0">
                <a:solidFill>
                  <a:schemeClr val="tx1"/>
                </a:solidFill>
                <a:latin typeface="微软雅黑" panose="020B0503020204020204" pitchFamily="34" charset="-122"/>
                <a:ea typeface="微软雅黑" panose="020B0503020204020204" pitchFamily="34" charset="-122"/>
                <a:cs typeface="+mn-ea"/>
              </a:rPr>
              <a:t>，</a:t>
            </a:r>
            <a:r>
              <a:rPr kumimoji="1" lang="zh-CN" altLang="en-US" sz="1200" dirty="0">
                <a:solidFill>
                  <a:schemeClr val="tx1"/>
                </a:solidFill>
                <a:latin typeface="微软雅黑" panose="020B0503020204020204" pitchFamily="34" charset="-122"/>
                <a:ea typeface="微软雅黑" panose="020B0503020204020204" pitchFamily="34" charset="-122"/>
                <a:cs typeface="+mn-ea"/>
              </a:rPr>
              <a:t>修复生产问题共</a:t>
            </a:r>
            <a:r>
              <a:rPr kumimoji="1" lang="en-US" altLang="zh-CN" sz="1200" b="1" dirty="0">
                <a:solidFill>
                  <a:schemeClr val="tx1"/>
                </a:solidFill>
                <a:latin typeface="微软雅黑" panose="020B0503020204020204" pitchFamily="34" charset="-122"/>
                <a:ea typeface="微软雅黑" panose="020B0503020204020204" pitchFamily="34" charset="-122"/>
                <a:cs typeface="+mn-ea"/>
              </a:rPr>
              <a:t>55</a:t>
            </a:r>
            <a:r>
              <a:rPr kumimoji="1" lang="zh-CN" altLang="en-US" sz="1200" b="1" dirty="0">
                <a:solidFill>
                  <a:schemeClr val="tx1"/>
                </a:solidFill>
                <a:latin typeface="微软雅黑" panose="020B0503020204020204" pitchFamily="34" charset="-122"/>
                <a:ea typeface="微软雅黑" panose="020B0503020204020204" pitchFamily="34" charset="-122"/>
                <a:cs typeface="+mn-ea"/>
              </a:rPr>
              <a:t>条</a:t>
            </a:r>
            <a:r>
              <a:rPr kumimoji="1" lang="en-US" altLang="zh-CN" sz="1200" b="1" dirty="0">
                <a:solidFill>
                  <a:schemeClr val="tx1"/>
                </a:solidFill>
                <a:latin typeface="微软雅黑" panose="020B0503020204020204" pitchFamily="34" charset="-122"/>
                <a:ea typeface="微软雅黑" panose="020B0503020204020204" pitchFamily="34" charset="-122"/>
                <a:cs typeface="+mn-ea"/>
              </a:rPr>
              <a:t>，</a:t>
            </a:r>
            <a:r>
              <a:rPr kumimoji="1" lang="zh-CN" altLang="en-US" sz="1200" dirty="0">
                <a:solidFill>
                  <a:schemeClr val="tx1"/>
                </a:solidFill>
                <a:latin typeface="微软雅黑" panose="020B0503020204020204" pitchFamily="34" charset="-122"/>
                <a:ea typeface="微软雅黑" panose="020B0503020204020204" pitchFamily="34" charset="-122"/>
                <a:cs typeface="+mn-ea"/>
              </a:rPr>
              <a:t>其中风数据</a:t>
            </a:r>
            <a:r>
              <a:rPr kumimoji="1" lang="en-US" altLang="zh-CN" sz="1200" b="1" dirty="0">
                <a:solidFill>
                  <a:schemeClr val="tx1"/>
                </a:solidFill>
                <a:latin typeface="微软雅黑" panose="020B0503020204020204" pitchFamily="34" charset="-122"/>
                <a:ea typeface="微软雅黑" panose="020B0503020204020204" pitchFamily="34" charset="-122"/>
                <a:cs typeface="+mn-ea"/>
              </a:rPr>
              <a:t>32</a:t>
            </a:r>
            <a:r>
              <a:rPr kumimoji="1" lang="zh-CN" altLang="en-US" sz="1200" b="1" dirty="0">
                <a:solidFill>
                  <a:schemeClr val="tx1"/>
                </a:solidFill>
                <a:latin typeface="微软雅黑" panose="020B0503020204020204" pitchFamily="34" charset="-122"/>
                <a:ea typeface="微软雅黑" panose="020B0503020204020204" pitchFamily="34" charset="-122"/>
                <a:cs typeface="+mn-ea"/>
              </a:rPr>
              <a:t>条</a:t>
            </a:r>
            <a:r>
              <a:rPr kumimoji="1" lang="en-US" altLang="zh-CN" sz="1200" b="1" dirty="0">
                <a:solidFill>
                  <a:schemeClr val="tx1"/>
                </a:solidFill>
                <a:latin typeface="微软雅黑" panose="020B0503020204020204" pitchFamily="34" charset="-122"/>
                <a:ea typeface="微软雅黑" panose="020B0503020204020204" pitchFamily="34" charset="-122"/>
                <a:cs typeface="+mn-ea"/>
              </a:rPr>
              <a:t>，</a:t>
            </a:r>
            <a:r>
              <a:rPr kumimoji="1" lang="zh-CN" altLang="en-US" sz="1200" dirty="0">
                <a:solidFill>
                  <a:schemeClr val="tx1"/>
                </a:solidFill>
                <a:latin typeface="微软雅黑" panose="020B0503020204020204" pitchFamily="34" charset="-122"/>
                <a:ea typeface="微软雅黑" panose="020B0503020204020204" pitchFamily="34" charset="-122"/>
                <a:cs typeface="+mn-ea"/>
              </a:rPr>
              <a:t>数据来源</a:t>
            </a:r>
            <a:r>
              <a:rPr kumimoji="1" lang="en-US" altLang="zh-CN" sz="1200" dirty="0">
                <a:solidFill>
                  <a:schemeClr val="tx1"/>
                </a:solidFill>
                <a:latin typeface="微软雅黑" panose="020B0503020204020204" pitchFamily="34" charset="-122"/>
                <a:ea typeface="微软雅黑" panose="020B0503020204020204" pitchFamily="34" charset="-122"/>
                <a:cs typeface="+mn-ea"/>
              </a:rPr>
              <a:t>worktile</a:t>
            </a:r>
            <a:r>
              <a:rPr kumimoji="1" lang="en-US" altLang="zh-CN" sz="1200" b="1" dirty="0">
                <a:solidFill>
                  <a:schemeClr val="tx1"/>
                </a:solidFill>
                <a:latin typeface="微软雅黑" panose="020B0503020204020204" pitchFamily="34" charset="-122"/>
                <a:ea typeface="微软雅黑" panose="020B0503020204020204" pitchFamily="34" charset="-122"/>
                <a:cs typeface="+mn-ea"/>
              </a:rPr>
              <a:t>。</a:t>
            </a:r>
            <a:endParaRPr kumimoji="1" lang="en-US" altLang="zh-CN" sz="1200" b="1" dirty="0">
              <a:solidFill>
                <a:schemeClr val="tx1"/>
              </a:solidFill>
              <a:latin typeface="微软雅黑" panose="020B0503020204020204" pitchFamily="34" charset="-122"/>
              <a:ea typeface="微软雅黑" panose="020B0503020204020204" pitchFamily="34" charset="-122"/>
              <a:cs typeface="+mn-ea"/>
            </a:endParaRPr>
          </a:p>
          <a:p>
            <a:pPr marL="285750" lvl="0" indent="-285750" eaLnBrk="0" fontAlgn="base" hangingPunct="0">
              <a:lnSpc>
                <a:spcPct val="150000"/>
              </a:lnSpc>
              <a:spcAft>
                <a:spcPct val="0"/>
              </a:spcAft>
              <a:buFont typeface="Wingdings" panose="05000000000000000000" pitchFamily="2" charset="2"/>
              <a:buChar char="Ø"/>
              <a:defRPr/>
            </a:pPr>
            <a:r>
              <a:rPr kumimoji="1" lang="zh-CN" altLang="en-US" sz="1200" b="1" dirty="0">
                <a:solidFill>
                  <a:schemeClr val="tx1"/>
                </a:solidFill>
                <a:latin typeface="微软雅黑" panose="020B0503020204020204" pitchFamily="34" charset="-122"/>
                <a:ea typeface="微软雅黑" panose="020B0503020204020204" pitchFamily="34" charset="-122"/>
                <a:cs typeface="+mn-ea"/>
              </a:rPr>
              <a:t>业务反馈</a:t>
            </a:r>
            <a:r>
              <a:rPr kumimoji="1" lang="en-US" altLang="zh-CN" sz="1200" b="1" dirty="0">
                <a:solidFill>
                  <a:schemeClr val="tx1"/>
                </a:solidFill>
                <a:latin typeface="微软雅黑" panose="020B0503020204020204" pitchFamily="34" charset="-122"/>
                <a:ea typeface="微软雅黑" panose="020B0503020204020204" pitchFamily="34" charset="-122"/>
                <a:cs typeface="+mn-ea"/>
              </a:rPr>
              <a:t>：</a:t>
            </a:r>
            <a:r>
              <a:rPr kumimoji="1" lang="en-US" altLang="zh-CN" sz="1200" dirty="0">
                <a:solidFill>
                  <a:schemeClr val="tx1"/>
                </a:solidFill>
                <a:latin typeface="微软雅黑" panose="020B0503020204020204" pitchFamily="34" charset="-122"/>
                <a:ea typeface="微软雅黑" panose="020B0503020204020204" pitchFamily="34" charset="-122"/>
                <a:cs typeface="+mn-ea"/>
              </a:rPr>
              <a:t>2026</a:t>
            </a:r>
            <a:r>
              <a:rPr kumimoji="1" lang="zh-CN" altLang="en-US" sz="1200" dirty="0">
                <a:solidFill>
                  <a:schemeClr val="tx1"/>
                </a:solidFill>
                <a:latin typeface="微软雅黑" panose="020B0503020204020204" pitchFamily="34" charset="-122"/>
                <a:ea typeface="微软雅黑" panose="020B0503020204020204" pitchFamily="34" charset="-122"/>
                <a:cs typeface="+mn-ea"/>
              </a:rPr>
              <a:t>年一季度收集业务方反馈需求</a:t>
            </a:r>
            <a:r>
              <a:rPr kumimoji="1" lang="en-US" altLang="zh-CN" sz="1200" b="1" dirty="0">
                <a:solidFill>
                  <a:schemeClr val="tx1"/>
                </a:solidFill>
                <a:latin typeface="微软雅黑" panose="020B0503020204020204" pitchFamily="34" charset="-122"/>
                <a:ea typeface="微软雅黑" panose="020B0503020204020204" pitchFamily="34" charset="-122"/>
                <a:cs typeface="+mn-ea"/>
              </a:rPr>
              <a:t>37</a:t>
            </a:r>
            <a:r>
              <a:rPr kumimoji="1" lang="zh-CN" altLang="en-US" sz="1200" b="1" dirty="0">
                <a:solidFill>
                  <a:schemeClr val="tx1"/>
                </a:solidFill>
                <a:latin typeface="微软雅黑" panose="020B0503020204020204" pitchFamily="34" charset="-122"/>
                <a:ea typeface="微软雅黑" panose="020B0503020204020204" pitchFamily="34" charset="-122"/>
                <a:cs typeface="+mn-ea"/>
              </a:rPr>
              <a:t>项</a:t>
            </a:r>
            <a:r>
              <a:rPr kumimoji="1" lang="en-US" altLang="zh-CN" sz="1200" b="1" dirty="0">
                <a:solidFill>
                  <a:schemeClr val="tx1"/>
                </a:solidFill>
                <a:latin typeface="微软雅黑" panose="020B0503020204020204" pitchFamily="34" charset="-122"/>
                <a:ea typeface="微软雅黑" panose="020B0503020204020204" pitchFamily="34" charset="-122"/>
                <a:cs typeface="+mn-ea"/>
              </a:rPr>
              <a:t>，</a:t>
            </a:r>
            <a:r>
              <a:rPr kumimoji="1" lang="zh-CN" altLang="en-US" sz="1200" dirty="0">
                <a:solidFill>
                  <a:schemeClr val="tx1"/>
                </a:solidFill>
                <a:latin typeface="微软雅黑" panose="020B0503020204020204" pitchFamily="34" charset="-122"/>
                <a:ea typeface="微软雅黑" panose="020B0503020204020204" pitchFamily="34" charset="-122"/>
                <a:cs typeface="+mn-ea"/>
              </a:rPr>
              <a:t>优先级较高及以上的共</a:t>
            </a:r>
            <a:r>
              <a:rPr kumimoji="1" lang="en-US" altLang="zh-CN" sz="1200" b="1" dirty="0">
                <a:solidFill>
                  <a:schemeClr val="tx1"/>
                </a:solidFill>
                <a:latin typeface="微软雅黑" panose="020B0503020204020204" pitchFamily="34" charset="-122"/>
                <a:ea typeface="微软雅黑" panose="020B0503020204020204" pitchFamily="34" charset="-122"/>
                <a:cs typeface="+mn-ea"/>
              </a:rPr>
              <a:t>26</a:t>
            </a:r>
            <a:r>
              <a:rPr kumimoji="1" lang="zh-CN" altLang="en-US" sz="1200" b="1" dirty="0">
                <a:solidFill>
                  <a:schemeClr val="tx1"/>
                </a:solidFill>
                <a:latin typeface="微软雅黑" panose="020B0503020204020204" pitchFamily="34" charset="-122"/>
                <a:ea typeface="微软雅黑" panose="020B0503020204020204" pitchFamily="34" charset="-122"/>
                <a:cs typeface="+mn-ea"/>
              </a:rPr>
              <a:t>条</a:t>
            </a:r>
            <a:r>
              <a:rPr kumimoji="1" lang="en-US" altLang="zh-CN" sz="1200" b="1" dirty="0">
                <a:solidFill>
                  <a:schemeClr val="tx1"/>
                </a:solidFill>
                <a:latin typeface="微软雅黑" panose="020B0503020204020204" pitchFamily="34" charset="-122"/>
                <a:ea typeface="微软雅黑" panose="020B0503020204020204" pitchFamily="34" charset="-122"/>
                <a:cs typeface="+mn-ea"/>
              </a:rPr>
              <a:t>，</a:t>
            </a:r>
            <a:r>
              <a:rPr kumimoji="1" lang="zh-CN" altLang="en-US" sz="1200" b="1" dirty="0">
                <a:solidFill>
                  <a:schemeClr val="tx1"/>
                </a:solidFill>
                <a:latin typeface="微软雅黑" panose="020B0503020204020204" pitchFamily="34" charset="-122"/>
                <a:ea typeface="微软雅黑" panose="020B0503020204020204" pitchFamily="34" charset="-122"/>
                <a:cs typeface="+mn-ea"/>
              </a:rPr>
              <a:t>已完成</a:t>
            </a:r>
            <a:r>
              <a:rPr kumimoji="1" lang="en-US" altLang="zh-CN" sz="1200" b="1" dirty="0">
                <a:solidFill>
                  <a:schemeClr val="tx1"/>
                </a:solidFill>
                <a:latin typeface="微软雅黑" panose="020B0503020204020204" pitchFamily="34" charset="-122"/>
                <a:ea typeface="微软雅黑" panose="020B0503020204020204" pitchFamily="34" charset="-122"/>
                <a:cs typeface="+mn-ea"/>
              </a:rPr>
              <a:t>14</a:t>
            </a:r>
            <a:r>
              <a:rPr kumimoji="1" lang="zh-CN" altLang="en-US" sz="1200" b="1" dirty="0">
                <a:solidFill>
                  <a:schemeClr val="tx1"/>
                </a:solidFill>
                <a:latin typeface="微软雅黑" panose="020B0503020204020204" pitchFamily="34" charset="-122"/>
                <a:ea typeface="微软雅黑" panose="020B0503020204020204" pitchFamily="34" charset="-122"/>
                <a:cs typeface="+mn-ea"/>
              </a:rPr>
              <a:t>条</a:t>
            </a:r>
            <a:r>
              <a:rPr kumimoji="1" lang="en-US" altLang="zh-CN" sz="1200" b="1" dirty="0">
                <a:solidFill>
                  <a:schemeClr val="tx1"/>
                </a:solidFill>
                <a:latin typeface="微软雅黑" panose="020B0503020204020204" pitchFamily="34" charset="-122"/>
                <a:ea typeface="微软雅黑" panose="020B0503020204020204" pitchFamily="34" charset="-122"/>
                <a:cs typeface="+mn-ea"/>
              </a:rPr>
              <a:t>。</a:t>
            </a:r>
            <a:endParaRPr kumimoji="1" lang="en-US" altLang="zh-CN" sz="1200" b="1" dirty="0">
              <a:solidFill>
                <a:schemeClr val="tx1"/>
              </a:solidFill>
              <a:latin typeface="微软雅黑" panose="020B0503020204020204" pitchFamily="34" charset="-122"/>
              <a:ea typeface="微软雅黑" panose="020B0503020204020204" pitchFamily="34" charset="-122"/>
              <a:cs typeface="+mn-ea"/>
            </a:endParaRPr>
          </a:p>
          <a:p>
            <a:pPr marL="285750" lvl="0" indent="-285750" eaLnBrk="0" fontAlgn="base" hangingPunct="0">
              <a:lnSpc>
                <a:spcPct val="150000"/>
              </a:lnSpc>
              <a:spcAft>
                <a:spcPct val="0"/>
              </a:spcAft>
              <a:buFont typeface="Wingdings" panose="05000000000000000000" pitchFamily="2" charset="2"/>
              <a:buChar char="Ø"/>
              <a:defRPr/>
            </a:pPr>
            <a:r>
              <a:rPr kumimoji="1" lang="zh-CN" altLang="en-US" sz="1200" b="1" dirty="0">
                <a:solidFill>
                  <a:schemeClr val="tx1"/>
                </a:solidFill>
                <a:latin typeface="微软雅黑" panose="020B0503020204020204" pitchFamily="34" charset="-122"/>
                <a:ea typeface="微软雅黑" panose="020B0503020204020204" pitchFamily="34" charset="-122"/>
                <a:cs typeface="+mn-ea"/>
              </a:rPr>
              <a:t>运维方案</a:t>
            </a:r>
            <a:r>
              <a:rPr kumimoji="1" lang="en-US" altLang="zh-CN" sz="1200" b="1" dirty="0">
                <a:solidFill>
                  <a:schemeClr val="tx1"/>
                </a:solidFill>
                <a:latin typeface="微软雅黑" panose="020B0503020204020204" pitchFamily="34" charset="-122"/>
                <a:ea typeface="微软雅黑" panose="020B0503020204020204" pitchFamily="34" charset="-122"/>
                <a:cs typeface="+mn-ea"/>
              </a:rPr>
              <a:t>：</a:t>
            </a:r>
            <a:r>
              <a:rPr kumimoji="1" lang="zh-CN" altLang="en-US" sz="1200" dirty="0">
                <a:solidFill>
                  <a:schemeClr val="tx1"/>
                </a:solidFill>
                <a:latin typeface="微软雅黑" panose="020B0503020204020204" pitchFamily="34" charset="-122"/>
                <a:ea typeface="微软雅黑" panose="020B0503020204020204" pitchFamily="34" charset="-122"/>
                <a:cs typeface="+mn-ea"/>
              </a:rPr>
              <a:t>分工运维其中王晨旭负责国内营销</a:t>
            </a:r>
            <a:r>
              <a:rPr kumimoji="1" lang="en-US" altLang="zh-CN" sz="1200" dirty="0">
                <a:solidFill>
                  <a:schemeClr val="tx1"/>
                </a:solidFill>
                <a:latin typeface="微软雅黑" panose="020B0503020204020204" pitchFamily="34" charset="-122"/>
                <a:ea typeface="微软雅黑" panose="020B0503020204020204" pitchFamily="34" charset="-122"/>
                <a:cs typeface="+mn-ea"/>
              </a:rPr>
              <a:t>、</a:t>
            </a:r>
            <a:r>
              <a:rPr kumimoji="1" lang="zh-CN" altLang="en-US" sz="1200" dirty="0">
                <a:solidFill>
                  <a:schemeClr val="tx1"/>
                </a:solidFill>
                <a:latin typeface="微软雅黑" panose="020B0503020204020204" pitchFamily="34" charset="-122"/>
                <a:ea typeface="微软雅黑" panose="020B0503020204020204" pitchFamily="34" charset="-122"/>
                <a:cs typeface="+mn-ea"/>
              </a:rPr>
              <a:t>王倩负责国际</a:t>
            </a:r>
            <a:r>
              <a:rPr kumimoji="1" lang="en-US" altLang="zh-CN" sz="1200" dirty="0">
                <a:solidFill>
                  <a:schemeClr val="tx1"/>
                </a:solidFill>
                <a:latin typeface="微软雅黑" panose="020B0503020204020204" pitchFamily="34" charset="-122"/>
                <a:ea typeface="微软雅黑" panose="020B0503020204020204" pitchFamily="34" charset="-122"/>
                <a:cs typeface="+mn-ea"/>
              </a:rPr>
              <a:t>、</a:t>
            </a:r>
            <a:r>
              <a:rPr kumimoji="1" lang="zh-CN" altLang="en-US" sz="1200" dirty="0">
                <a:solidFill>
                  <a:schemeClr val="tx1"/>
                </a:solidFill>
                <a:latin typeface="微软雅黑" panose="020B0503020204020204" pitchFamily="34" charset="-122"/>
                <a:ea typeface="微软雅黑" panose="020B0503020204020204" pitchFamily="34" charset="-122"/>
                <a:cs typeface="+mn-ea"/>
              </a:rPr>
              <a:t>王梦婕负责内测</a:t>
            </a:r>
            <a:r>
              <a:rPr kumimoji="1" lang="en-US" altLang="zh-CN" sz="1200" dirty="0">
                <a:solidFill>
                  <a:schemeClr val="tx1"/>
                </a:solidFill>
                <a:latin typeface="微软雅黑" panose="020B0503020204020204" pitchFamily="34" charset="-122"/>
                <a:ea typeface="微软雅黑" panose="020B0503020204020204" pitchFamily="34" charset="-122"/>
                <a:cs typeface="+mn-ea"/>
              </a:rPr>
              <a:t>、</a:t>
            </a:r>
            <a:r>
              <a:rPr kumimoji="1" lang="zh-CN" altLang="en-US" sz="1200" dirty="0">
                <a:solidFill>
                  <a:schemeClr val="tx1"/>
                </a:solidFill>
                <a:latin typeface="微软雅黑" panose="020B0503020204020204" pitchFamily="34" charset="-122"/>
                <a:ea typeface="微软雅黑" panose="020B0503020204020204" pitchFamily="34" charset="-122"/>
                <a:cs typeface="+mn-ea"/>
              </a:rPr>
              <a:t>天润</a:t>
            </a:r>
            <a:r>
              <a:rPr kumimoji="1" lang="en-US" altLang="zh-CN" sz="1200" dirty="0">
                <a:solidFill>
                  <a:schemeClr val="tx1"/>
                </a:solidFill>
                <a:latin typeface="微软雅黑" panose="020B0503020204020204" pitchFamily="34" charset="-122"/>
                <a:ea typeface="微软雅黑" panose="020B0503020204020204" pitchFamily="34" charset="-122"/>
                <a:cs typeface="+mn-ea"/>
              </a:rPr>
              <a:t>、</a:t>
            </a:r>
            <a:r>
              <a:rPr kumimoji="1" lang="zh-CN" altLang="en-US" sz="1200" dirty="0">
                <a:solidFill>
                  <a:schemeClr val="tx1"/>
                </a:solidFill>
                <a:latin typeface="微软雅黑" panose="020B0503020204020204" pitchFamily="34" charset="-122"/>
                <a:ea typeface="微软雅黑" panose="020B0503020204020204" pitchFamily="34" charset="-122"/>
                <a:cs typeface="+mn-ea"/>
              </a:rPr>
              <a:t>零碳</a:t>
            </a:r>
            <a:r>
              <a:rPr kumimoji="1" lang="en-US" altLang="zh-CN" sz="1200" dirty="0">
                <a:solidFill>
                  <a:schemeClr val="tx1"/>
                </a:solidFill>
                <a:latin typeface="微软雅黑" panose="020B0503020204020204" pitchFamily="34" charset="-122"/>
                <a:ea typeface="微软雅黑" panose="020B0503020204020204" pitchFamily="34" charset="-122"/>
                <a:cs typeface="+mn-ea"/>
              </a:rPr>
              <a:t>、</a:t>
            </a:r>
            <a:r>
              <a:rPr kumimoji="1" lang="zh-CN" altLang="en-US" sz="1200" dirty="0">
                <a:solidFill>
                  <a:schemeClr val="tx1"/>
                </a:solidFill>
                <a:latin typeface="微软雅黑" panose="020B0503020204020204" pitchFamily="34" charset="-122"/>
                <a:ea typeface="微软雅黑" panose="020B0503020204020204" pitchFamily="34" charset="-122"/>
                <a:cs typeface="+mn-ea"/>
              </a:rPr>
              <a:t>解决方案</a:t>
            </a:r>
            <a:r>
              <a:rPr kumimoji="1" lang="en-US" altLang="zh-CN" sz="1200" dirty="0">
                <a:solidFill>
                  <a:schemeClr val="tx1"/>
                </a:solidFill>
                <a:latin typeface="微软雅黑" panose="020B0503020204020204" pitchFamily="34" charset="-122"/>
                <a:ea typeface="微软雅黑" panose="020B0503020204020204" pitchFamily="34" charset="-122"/>
                <a:cs typeface="+mn-ea"/>
              </a:rPr>
              <a:t>；</a:t>
            </a:r>
            <a:r>
              <a:rPr kumimoji="1" lang="zh-CN" altLang="en-US" sz="1200" dirty="0">
                <a:solidFill>
                  <a:schemeClr val="tx1"/>
                </a:solidFill>
                <a:latin typeface="微软雅黑" panose="020B0503020204020204" pitchFamily="34" charset="-122"/>
                <a:ea typeface="微软雅黑" panose="020B0503020204020204" pitchFamily="34" charset="-122"/>
                <a:cs typeface="+mn-ea"/>
              </a:rPr>
              <a:t>形成每周收集业务需求</a:t>
            </a:r>
            <a:r>
              <a:rPr kumimoji="1" lang="en-US" altLang="zh-CN" sz="1200" dirty="0">
                <a:solidFill>
                  <a:schemeClr val="tx1"/>
                </a:solidFill>
                <a:latin typeface="微软雅黑" panose="020B0503020204020204" pitchFamily="34" charset="-122"/>
                <a:ea typeface="微软雅黑" panose="020B0503020204020204" pitchFamily="34" charset="-122"/>
                <a:cs typeface="+mn-ea"/>
              </a:rPr>
              <a:t>，</a:t>
            </a:r>
            <a:r>
              <a:rPr kumimoji="1" lang="zh-CN" altLang="en-US" sz="1200" dirty="0">
                <a:solidFill>
                  <a:schemeClr val="tx1"/>
                </a:solidFill>
                <a:latin typeface="微软雅黑" panose="020B0503020204020204" pitchFamily="34" charset="-122"/>
                <a:ea typeface="微软雅黑" panose="020B0503020204020204" pitchFamily="34" charset="-122"/>
                <a:cs typeface="+mn-ea"/>
              </a:rPr>
              <a:t>周四内部评审</a:t>
            </a:r>
            <a:r>
              <a:rPr kumimoji="1" lang="en-US" altLang="zh-CN" sz="1200" dirty="0">
                <a:solidFill>
                  <a:schemeClr val="tx1"/>
                </a:solidFill>
                <a:latin typeface="微软雅黑" panose="020B0503020204020204" pitchFamily="34" charset="-122"/>
                <a:ea typeface="微软雅黑" panose="020B0503020204020204" pitchFamily="34" charset="-122"/>
                <a:cs typeface="+mn-ea"/>
              </a:rPr>
              <a:t>，</a:t>
            </a:r>
            <a:r>
              <a:rPr kumimoji="1" lang="zh-CN" altLang="en-US" sz="1200" dirty="0">
                <a:solidFill>
                  <a:schemeClr val="tx1"/>
                </a:solidFill>
                <a:latin typeface="微软雅黑" panose="020B0503020204020204" pitchFamily="34" charset="-122"/>
                <a:ea typeface="微软雅黑" panose="020B0503020204020204" pitchFamily="34" charset="-122"/>
                <a:cs typeface="+mn-ea"/>
              </a:rPr>
              <a:t>周五分发需求排期</a:t>
            </a:r>
            <a:r>
              <a:rPr kumimoji="1" lang="en-US" altLang="zh-CN" sz="1200" dirty="0">
                <a:solidFill>
                  <a:schemeClr val="tx1"/>
                </a:solidFill>
                <a:latin typeface="微软雅黑" panose="020B0503020204020204" pitchFamily="34" charset="-122"/>
                <a:ea typeface="微软雅黑" panose="020B0503020204020204" pitchFamily="34" charset="-122"/>
                <a:cs typeface="+mn-ea"/>
              </a:rPr>
              <a:t>，</a:t>
            </a:r>
            <a:r>
              <a:rPr kumimoji="1" lang="zh-CN" altLang="en-US" sz="1200" dirty="0">
                <a:solidFill>
                  <a:schemeClr val="tx1"/>
                </a:solidFill>
                <a:latin typeface="微软雅黑" panose="020B0503020204020204" pitchFamily="34" charset="-122"/>
                <a:ea typeface="微软雅黑" panose="020B0503020204020204" pitchFamily="34" charset="-122"/>
                <a:cs typeface="+mn-ea"/>
              </a:rPr>
              <a:t>下周四上线的持续滚动迭代方案</a:t>
            </a:r>
            <a:r>
              <a:rPr kumimoji="1" lang="en-US" altLang="zh-CN" sz="1200" dirty="0">
                <a:solidFill>
                  <a:schemeClr val="tx1"/>
                </a:solidFill>
                <a:latin typeface="微软雅黑" panose="020B0503020204020204" pitchFamily="34" charset="-122"/>
                <a:ea typeface="微软雅黑" panose="020B0503020204020204" pitchFamily="34" charset="-122"/>
                <a:cs typeface="+mn-ea"/>
              </a:rPr>
              <a:t>。</a:t>
            </a:r>
            <a:endParaRPr kumimoji="1" lang="en-US" altLang="zh-CN" sz="1200" b="1" dirty="0">
              <a:solidFill>
                <a:schemeClr val="tx1"/>
              </a:solidFill>
              <a:latin typeface="微软雅黑" panose="020B0503020204020204" pitchFamily="34" charset="-122"/>
              <a:ea typeface="微软雅黑" panose="020B0503020204020204" pitchFamily="34" charset="-122"/>
              <a:cs typeface="+mn-ea"/>
            </a:endParaRPr>
          </a:p>
          <a:p>
            <a:pPr marL="285750" lvl="0" indent="-285750" eaLnBrk="0" fontAlgn="base" hangingPunct="0">
              <a:lnSpc>
                <a:spcPct val="150000"/>
              </a:lnSpc>
              <a:spcAft>
                <a:spcPct val="0"/>
              </a:spcAft>
              <a:buFont typeface="Wingdings" panose="05000000000000000000" pitchFamily="2" charset="2"/>
              <a:buChar char="Ø"/>
              <a:defRPr/>
            </a:pPr>
            <a:r>
              <a:rPr kumimoji="1" lang="zh-CN" altLang="en-US" sz="1200" b="1" dirty="0">
                <a:solidFill>
                  <a:schemeClr val="tx1"/>
                </a:solidFill>
                <a:latin typeface="微软雅黑" panose="020B0503020204020204" pitchFamily="34" charset="-122"/>
                <a:ea typeface="微软雅黑" panose="020B0503020204020204" pitchFamily="34" charset="-122"/>
                <a:cs typeface="+mn-ea"/>
              </a:rPr>
              <a:t>运维人员</a:t>
            </a:r>
            <a:r>
              <a:rPr kumimoji="1" lang="en-US" altLang="zh-CN" sz="1200" b="1" dirty="0">
                <a:solidFill>
                  <a:schemeClr val="tx1"/>
                </a:solidFill>
                <a:latin typeface="微软雅黑" panose="020B0503020204020204" pitchFamily="34" charset="-122"/>
                <a:ea typeface="微软雅黑" panose="020B0503020204020204" pitchFamily="34" charset="-122"/>
                <a:cs typeface="+mn-ea"/>
              </a:rPr>
              <a:t>：</a:t>
            </a:r>
            <a:r>
              <a:rPr kumimoji="1" lang="zh-CN" altLang="en-US" sz="1200" b="1" dirty="0">
                <a:solidFill>
                  <a:schemeClr val="tx1"/>
                </a:solidFill>
                <a:latin typeface="微软雅黑" panose="020B0503020204020204" pitchFamily="34" charset="-122"/>
                <a:ea typeface="微软雅黑" panose="020B0503020204020204" pitchFamily="34" charset="-122"/>
                <a:cs typeface="+mn-ea"/>
              </a:rPr>
              <a:t>郝</a:t>
            </a:r>
            <a:r>
              <a:rPr kumimoji="1" lang="zh-CN" altLang="en-US" sz="1200" dirty="0">
                <a:solidFill>
                  <a:schemeClr val="tx1"/>
                </a:solidFill>
                <a:latin typeface="微软雅黑" panose="020B0503020204020204" pitchFamily="34" charset="-122"/>
                <a:ea typeface="微软雅黑" panose="020B0503020204020204" pitchFamily="34" charset="-122"/>
                <a:cs typeface="+mn-ea"/>
              </a:rPr>
              <a:t>兴森</a:t>
            </a:r>
            <a:r>
              <a:rPr kumimoji="1" lang="en-US" altLang="zh-CN" sz="1200" dirty="0">
                <a:solidFill>
                  <a:schemeClr val="tx1"/>
                </a:solidFill>
                <a:latin typeface="微软雅黑" panose="020B0503020204020204" pitchFamily="34" charset="-122"/>
                <a:ea typeface="微软雅黑" panose="020B0503020204020204" pitchFamily="34" charset="-122"/>
                <a:cs typeface="+mn-ea"/>
              </a:rPr>
              <a:t> </a:t>
            </a:r>
            <a:r>
              <a:rPr kumimoji="1" lang="zh-CN" altLang="en-US" sz="1200" dirty="0">
                <a:solidFill>
                  <a:schemeClr val="tx1"/>
                </a:solidFill>
                <a:latin typeface="微软雅黑" panose="020B0503020204020204" pitchFamily="34" charset="-122"/>
                <a:ea typeface="微软雅黑" panose="020B0503020204020204" pitchFamily="34" charset="-122"/>
                <a:cs typeface="+mn-ea"/>
              </a:rPr>
              <a:t>、王静雯</a:t>
            </a:r>
            <a:r>
              <a:rPr kumimoji="1" lang="en-US" altLang="zh-CN" sz="1200" dirty="0">
                <a:solidFill>
                  <a:schemeClr val="tx1"/>
                </a:solidFill>
                <a:latin typeface="微软雅黑" panose="020B0503020204020204" pitchFamily="34" charset="-122"/>
                <a:ea typeface="微软雅黑" panose="020B0503020204020204" pitchFamily="34" charset="-122"/>
                <a:cs typeface="+mn-ea"/>
              </a:rPr>
              <a:t> </a:t>
            </a:r>
            <a:r>
              <a:rPr kumimoji="1" lang="zh-CN" altLang="en-US" sz="1200" dirty="0">
                <a:solidFill>
                  <a:schemeClr val="tx1"/>
                </a:solidFill>
                <a:latin typeface="微软雅黑" panose="020B0503020204020204" pitchFamily="34" charset="-122"/>
                <a:ea typeface="微软雅黑" panose="020B0503020204020204" pitchFamily="34" charset="-122"/>
                <a:cs typeface="+mn-ea"/>
              </a:rPr>
              <a:t>、张凯</a:t>
            </a:r>
            <a:r>
              <a:rPr kumimoji="1" lang="en-US" altLang="zh-CN" sz="1200" dirty="0">
                <a:solidFill>
                  <a:schemeClr val="tx1"/>
                </a:solidFill>
                <a:latin typeface="微软雅黑" panose="020B0503020204020204" pitchFamily="34" charset="-122"/>
                <a:ea typeface="微软雅黑" panose="020B0503020204020204" pitchFamily="34" charset="-122"/>
                <a:cs typeface="+mn-ea"/>
              </a:rPr>
              <a:t> </a:t>
            </a:r>
            <a:r>
              <a:rPr kumimoji="1" lang="zh-CN" altLang="en-US" sz="1200" dirty="0">
                <a:solidFill>
                  <a:schemeClr val="tx1"/>
                </a:solidFill>
                <a:latin typeface="微软雅黑" panose="020B0503020204020204" pitchFamily="34" charset="-122"/>
                <a:ea typeface="微软雅黑" panose="020B0503020204020204" pitchFamily="34" charset="-122"/>
                <a:cs typeface="+mn-ea"/>
              </a:rPr>
              <a:t>、张利</a:t>
            </a:r>
            <a:r>
              <a:rPr kumimoji="1" lang="en-US" altLang="zh-CN" sz="1200" dirty="0">
                <a:solidFill>
                  <a:schemeClr val="tx1"/>
                </a:solidFill>
                <a:latin typeface="微软雅黑" panose="020B0503020204020204" pitchFamily="34" charset="-122"/>
                <a:ea typeface="微软雅黑" panose="020B0503020204020204" pitchFamily="34" charset="-122"/>
                <a:cs typeface="+mn-ea"/>
              </a:rPr>
              <a:t> </a:t>
            </a:r>
            <a:r>
              <a:rPr kumimoji="1" lang="zh-CN" altLang="en-US" sz="1200" dirty="0">
                <a:solidFill>
                  <a:schemeClr val="tx1"/>
                </a:solidFill>
                <a:latin typeface="微软雅黑" panose="020B0503020204020204" pitchFamily="34" charset="-122"/>
                <a:ea typeface="微软雅黑" panose="020B0503020204020204" pitchFamily="34" charset="-122"/>
                <a:cs typeface="+mn-ea"/>
              </a:rPr>
              <a:t>、刘飘</a:t>
            </a:r>
            <a:r>
              <a:rPr kumimoji="1" lang="en-US" altLang="zh-CN" sz="1200" dirty="0">
                <a:solidFill>
                  <a:schemeClr val="tx1"/>
                </a:solidFill>
                <a:latin typeface="微软雅黑" panose="020B0503020204020204" pitchFamily="34" charset="-122"/>
                <a:ea typeface="微软雅黑" panose="020B0503020204020204" pitchFamily="34" charset="-122"/>
                <a:cs typeface="+mn-ea"/>
              </a:rPr>
              <a:t> </a:t>
            </a:r>
            <a:r>
              <a:rPr kumimoji="1" lang="zh-CN" altLang="en-US" sz="1200" dirty="0">
                <a:solidFill>
                  <a:schemeClr val="tx1"/>
                </a:solidFill>
                <a:latin typeface="微软雅黑" panose="020B0503020204020204" pitchFamily="34" charset="-122"/>
                <a:ea typeface="微软雅黑" panose="020B0503020204020204" pitchFamily="34" charset="-122"/>
                <a:cs typeface="+mn-ea"/>
              </a:rPr>
              <a:t>、王静</a:t>
            </a:r>
            <a:r>
              <a:rPr kumimoji="1" lang="en-US" altLang="zh-CN" sz="1200" dirty="0">
                <a:solidFill>
                  <a:schemeClr val="tx1"/>
                </a:solidFill>
                <a:latin typeface="微软雅黑" panose="020B0503020204020204" pitchFamily="34" charset="-122"/>
                <a:ea typeface="微软雅黑" panose="020B0503020204020204" pitchFamily="34" charset="-122"/>
                <a:cs typeface="+mn-ea"/>
              </a:rPr>
              <a:t> </a:t>
            </a:r>
            <a:r>
              <a:rPr kumimoji="1" lang="zh-CN" altLang="en-US" sz="1200" dirty="0">
                <a:solidFill>
                  <a:schemeClr val="tx1"/>
                </a:solidFill>
                <a:latin typeface="微软雅黑" panose="020B0503020204020204" pitchFamily="34" charset="-122"/>
                <a:ea typeface="微软雅黑" panose="020B0503020204020204" pitchFamily="34" charset="-122"/>
                <a:cs typeface="+mn-ea"/>
              </a:rPr>
              <a:t>、代佳丽</a:t>
            </a:r>
            <a:r>
              <a:rPr kumimoji="1" lang="en-US" altLang="zh-CN" sz="1200" dirty="0">
                <a:solidFill>
                  <a:schemeClr val="tx1"/>
                </a:solidFill>
                <a:latin typeface="微软雅黑" panose="020B0503020204020204" pitchFamily="34" charset="-122"/>
                <a:ea typeface="微软雅黑" panose="020B0503020204020204" pitchFamily="34" charset="-122"/>
                <a:cs typeface="+mn-ea"/>
              </a:rPr>
              <a:t> </a:t>
            </a:r>
            <a:r>
              <a:rPr kumimoji="1" lang="zh-CN" altLang="en-US" sz="1200" dirty="0">
                <a:solidFill>
                  <a:schemeClr val="tx1"/>
                </a:solidFill>
                <a:latin typeface="微软雅黑" panose="020B0503020204020204" pitchFamily="34" charset="-122"/>
                <a:ea typeface="微软雅黑" panose="020B0503020204020204" pitchFamily="34" charset="-122"/>
                <a:cs typeface="+mn-ea"/>
              </a:rPr>
              <a:t>、刘彬</a:t>
            </a:r>
            <a:r>
              <a:rPr kumimoji="1" lang="en-US" altLang="zh-CN" sz="1200" dirty="0">
                <a:solidFill>
                  <a:schemeClr val="tx1"/>
                </a:solidFill>
                <a:latin typeface="微软雅黑" panose="020B0503020204020204" pitchFamily="34" charset="-122"/>
                <a:ea typeface="微软雅黑" panose="020B0503020204020204" pitchFamily="34" charset="-122"/>
                <a:cs typeface="+mn-ea"/>
              </a:rPr>
              <a:t> </a:t>
            </a:r>
            <a:r>
              <a:rPr kumimoji="1" lang="zh-CN" altLang="en-US" sz="1200" dirty="0">
                <a:solidFill>
                  <a:schemeClr val="tx1"/>
                </a:solidFill>
                <a:latin typeface="微软雅黑" panose="020B0503020204020204" pitchFamily="34" charset="-122"/>
                <a:ea typeface="微软雅黑" panose="020B0503020204020204" pitchFamily="34" charset="-122"/>
                <a:cs typeface="+mn-ea"/>
              </a:rPr>
              <a:t>、贾文泽</a:t>
            </a:r>
            <a:r>
              <a:rPr kumimoji="1" lang="en-US" altLang="zh-CN" sz="1200" dirty="0">
                <a:solidFill>
                  <a:schemeClr val="tx1"/>
                </a:solidFill>
                <a:latin typeface="微软雅黑" panose="020B0503020204020204" pitchFamily="34" charset="-122"/>
                <a:ea typeface="微软雅黑" panose="020B0503020204020204" pitchFamily="34" charset="-122"/>
                <a:cs typeface="+mn-ea"/>
              </a:rPr>
              <a:t> </a:t>
            </a:r>
            <a:r>
              <a:rPr kumimoji="1" lang="zh-CN" altLang="en-US" sz="1200" dirty="0">
                <a:solidFill>
                  <a:schemeClr val="tx1"/>
                </a:solidFill>
                <a:latin typeface="微软雅黑" panose="020B0503020204020204" pitchFamily="34" charset="-122"/>
                <a:ea typeface="微软雅黑" panose="020B0503020204020204" pitchFamily="34" charset="-122"/>
                <a:cs typeface="+mn-ea"/>
              </a:rPr>
              <a:t>、赵大众</a:t>
            </a:r>
            <a:r>
              <a:rPr kumimoji="1" lang="en-US" altLang="zh-CN" sz="1200" dirty="0">
                <a:solidFill>
                  <a:schemeClr val="tx1"/>
                </a:solidFill>
                <a:latin typeface="微软雅黑" panose="020B0503020204020204" pitchFamily="34" charset="-122"/>
                <a:ea typeface="微软雅黑" panose="020B0503020204020204" pitchFamily="34" charset="-122"/>
                <a:cs typeface="+mn-ea"/>
              </a:rPr>
              <a:t> </a:t>
            </a:r>
            <a:r>
              <a:rPr kumimoji="1" lang="zh-CN" altLang="en-US" sz="1200" dirty="0">
                <a:solidFill>
                  <a:schemeClr val="tx1"/>
                </a:solidFill>
                <a:latin typeface="微软雅黑" panose="020B0503020204020204" pitchFamily="34" charset="-122"/>
                <a:ea typeface="微软雅黑" panose="020B0503020204020204" pitchFamily="34" charset="-122"/>
                <a:cs typeface="+mn-ea"/>
              </a:rPr>
              <a:t>、郭俊伟</a:t>
            </a:r>
            <a:r>
              <a:rPr kumimoji="1" lang="en-US" altLang="zh-CN" sz="1200" dirty="0">
                <a:solidFill>
                  <a:schemeClr val="tx1"/>
                </a:solidFill>
                <a:latin typeface="微软雅黑" panose="020B0503020204020204" pitchFamily="34" charset="-122"/>
                <a:ea typeface="微软雅黑" panose="020B0503020204020204" pitchFamily="34" charset="-122"/>
                <a:cs typeface="+mn-ea"/>
              </a:rPr>
              <a:t> 、</a:t>
            </a:r>
            <a:r>
              <a:rPr kumimoji="1" lang="zh-CN" altLang="en-US" sz="1200" dirty="0">
                <a:solidFill>
                  <a:schemeClr val="tx1"/>
                </a:solidFill>
                <a:latin typeface="微软雅黑" panose="020B0503020204020204" pitchFamily="34" charset="-122"/>
                <a:ea typeface="微软雅黑" panose="020B0503020204020204" pitchFamily="34" charset="-122"/>
                <a:cs typeface="+mn-ea"/>
              </a:rPr>
              <a:t>吴志明等</a:t>
            </a:r>
            <a:r>
              <a:rPr kumimoji="1" lang="en-US" altLang="zh-CN" sz="1200" dirty="0">
                <a:solidFill>
                  <a:schemeClr val="tx1"/>
                </a:solidFill>
                <a:latin typeface="微软雅黑" panose="020B0503020204020204" pitchFamily="34" charset="-122"/>
                <a:ea typeface="微软雅黑" panose="020B0503020204020204" pitchFamily="34" charset="-122"/>
                <a:cs typeface="+mn-ea"/>
              </a:rPr>
              <a:t>。</a:t>
            </a:r>
            <a:endParaRPr kumimoji="1" lang="en-US" altLang="zh-CN" sz="1200" dirty="0">
              <a:solidFill>
                <a:schemeClr val="tx1"/>
              </a:solidFill>
              <a:latin typeface="微软雅黑" panose="020B0503020204020204" pitchFamily="34" charset="-122"/>
              <a:ea typeface="微软雅黑" panose="020B0503020204020204" pitchFamily="34" charset="-122"/>
              <a:cs typeface="+mn-ea"/>
            </a:endParaRPr>
          </a:p>
          <a:p>
            <a:pPr marL="285750" lvl="0" indent="-285750" eaLnBrk="0" fontAlgn="base" hangingPunct="0">
              <a:lnSpc>
                <a:spcPct val="150000"/>
              </a:lnSpc>
              <a:spcAft>
                <a:spcPct val="0"/>
              </a:spcAft>
              <a:buFont typeface="Wingdings" panose="05000000000000000000" pitchFamily="2" charset="2"/>
              <a:buChar char="Ø"/>
              <a:defRPr/>
            </a:pPr>
            <a:endParaRPr kumimoji="1" lang="zh-CN" altLang="en-US" sz="1200" dirty="0">
              <a:solidFill>
                <a:schemeClr val="tx1"/>
              </a:solidFill>
              <a:latin typeface="微软雅黑" panose="020B0503020204020204" pitchFamily="34" charset="-122"/>
              <a:ea typeface="微软雅黑" panose="020B0503020204020204" pitchFamily="34" charset="-122"/>
              <a:cs typeface="+mn-ea"/>
            </a:endParaRPr>
          </a:p>
        </p:txBody>
      </p:sp>
      <p:pic>
        <p:nvPicPr>
          <p:cNvPr id="11" name="图片 10"/>
          <p:cNvPicPr/>
          <p:nvPr/>
        </p:nvPicPr>
        <p:blipFill>
          <a:blip r:embed="rId4"/>
          <a:stretch>
            <a:fillRect/>
          </a:stretch>
        </p:blipFill>
        <p:spPr>
          <a:xfrm>
            <a:off x="704850" y="2458720"/>
            <a:ext cx="2669540" cy="3462655"/>
          </a:xfrm>
          <a:prstGeom prst="rect">
            <a:avLst/>
          </a:prstGeom>
          <a:ln>
            <a:noFill/>
          </a:ln>
        </p:spPr>
      </p:pic>
      <p:sp>
        <p:nvSpPr>
          <p:cNvPr id="15" name="文本框 14"/>
          <p:cNvSpPr txBox="1"/>
          <p:nvPr/>
        </p:nvSpPr>
        <p:spPr>
          <a:xfrm>
            <a:off x="12895580" y="5708650"/>
            <a:ext cx="4064000" cy="337185"/>
          </a:xfrm>
          <a:prstGeom prst="rect">
            <a:avLst/>
          </a:prstGeom>
          <a:noFill/>
          <a:ln w="25400">
            <a:solidFill>
              <a:schemeClr val="accent5">
                <a:lumMod val="50000"/>
              </a:schemeClr>
            </a:solidFill>
          </a:ln>
        </p:spPr>
        <p:txBody>
          <a:bodyPr wrap="square" rtlCol="0">
            <a:spAutoFit/>
          </a:bodyPr>
          <a:p>
            <a:pPr algn="ctr"/>
            <a:endParaRPr lang="zh-CN" altLang="en-US" sz="1600" dirty="0" smtClean="0">
              <a:latin typeface="微软雅黑" panose="020B0503020204020204" pitchFamily="34" charset="-122"/>
              <a:ea typeface="微软雅黑" panose="020B0503020204020204" pitchFamily="34" charset="-122"/>
            </a:endParaRPr>
          </a:p>
        </p:txBody>
      </p:sp>
      <p:pic>
        <p:nvPicPr>
          <p:cNvPr id="6" name="图片 5"/>
          <p:cNvPicPr/>
          <p:nvPr/>
        </p:nvPicPr>
        <p:blipFill>
          <a:blip r:embed="rId5"/>
          <a:stretch>
            <a:fillRect/>
          </a:stretch>
        </p:blipFill>
        <p:spPr>
          <a:xfrm>
            <a:off x="6277610" y="2474595"/>
            <a:ext cx="2670175" cy="3463925"/>
          </a:xfrm>
          <a:prstGeom prst="rect">
            <a:avLst/>
          </a:prstGeom>
          <a:ln>
            <a:noFill/>
          </a:ln>
        </p:spPr>
      </p:pic>
      <p:pic>
        <p:nvPicPr>
          <p:cNvPr id="7" name="图片 6"/>
          <p:cNvPicPr/>
          <p:nvPr/>
        </p:nvPicPr>
        <p:blipFill>
          <a:blip r:embed="rId6"/>
          <a:stretch>
            <a:fillRect/>
          </a:stretch>
        </p:blipFill>
        <p:spPr>
          <a:xfrm>
            <a:off x="9103995" y="2474595"/>
            <a:ext cx="2664460" cy="3456305"/>
          </a:xfrm>
          <a:prstGeom prst="rect">
            <a:avLst/>
          </a:prstGeom>
          <a:ln>
            <a:noFill/>
          </a:ln>
        </p:spPr>
      </p:pic>
      <p:pic>
        <p:nvPicPr>
          <p:cNvPr id="9" name="图片 8"/>
          <p:cNvPicPr/>
          <p:nvPr/>
        </p:nvPicPr>
        <p:blipFill>
          <a:blip r:embed="rId7"/>
          <a:stretch>
            <a:fillRect/>
          </a:stretch>
        </p:blipFill>
        <p:spPr>
          <a:xfrm>
            <a:off x="3462655" y="2475865"/>
            <a:ext cx="2668270" cy="346265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9" name="对象 78" hidden="1"/>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2" name="think-cell 幻灯片" r:id="rId2" imgW="0" imgH="0" progId="TCLayout.ActiveDocument.1">
                  <p:embed/>
                </p:oleObj>
              </mc:Choice>
              <mc:Fallback>
                <p:oleObj name="think-cell 幻灯片" r:id="rId2" imgW="0" imgH="0" progId="TCLayout.ActiveDocument.1">
                  <p:embed/>
                  <p:pic>
                    <p:nvPicPr>
                      <p:cNvPr id="0" name="对象 78" hidden="1"/>
                      <p:cNvPicPr/>
                      <p:nvPr/>
                    </p:nvPicPr>
                    <p:blipFill>
                      <a:blip r:embed="rId3"/>
                      <a:stretch>
                        <a:fillRect/>
                      </a:stretch>
                    </p:blipFill>
                    <p:spPr>
                      <a:xfrm>
                        <a:off x="1588" y="1588"/>
                        <a:ext cx="1588" cy="1588"/>
                      </a:xfrm>
                      <a:prstGeom prst="rect">
                        <a:avLst/>
                      </a:prstGeom>
                    </p:spPr>
                  </p:pic>
                </p:oleObj>
              </mc:Fallback>
            </mc:AlternateContent>
          </a:graphicData>
        </a:graphic>
      </p:graphicFrame>
      <p:sp>
        <p:nvSpPr>
          <p:cNvPr id="4" name="矩形 3"/>
          <p:cNvSpPr/>
          <p:nvPr/>
        </p:nvSpPr>
        <p:spPr>
          <a:xfrm>
            <a:off x="3301491" y="6926228"/>
            <a:ext cx="390241" cy="307777"/>
          </a:xfrm>
          <a:prstGeom prst="rect">
            <a:avLst/>
          </a:prstGeom>
        </p:spPr>
        <p:txBody>
          <a:bodyPr wrap="square" rtlCol="0" anchor="ctr">
            <a:spAutoFit/>
          </a:bodyPr>
          <a:lstStyle/>
          <a:p>
            <a:pPr algn="ctr"/>
            <a:endParaRPr lang="zh-CN" altLang="en-US" sz="1400">
              <a:ln>
                <a:solidFill>
                  <a:srgbClr val="FFC000"/>
                </a:solidFill>
              </a:ln>
              <a:latin typeface="微软雅黑" panose="020B0503020204020204" pitchFamily="34" charset="-122"/>
              <a:ea typeface="微软雅黑" panose="020B0503020204020204" pitchFamily="34" charset="-122"/>
            </a:endParaRPr>
          </a:p>
        </p:txBody>
      </p:sp>
      <p:sp>
        <p:nvSpPr>
          <p:cNvPr id="47" name="文本框 46"/>
          <p:cNvSpPr txBox="1"/>
          <p:nvPr/>
        </p:nvSpPr>
        <p:spPr>
          <a:xfrm>
            <a:off x="697580" y="252439"/>
            <a:ext cx="4323080" cy="460375"/>
          </a:xfrm>
          <a:prstGeom prst="rect">
            <a:avLst/>
          </a:prstGeom>
          <a:noFill/>
        </p:spPr>
        <p:txBody>
          <a:bodyPr wrap="none" rtlCol="0">
            <a:spAutoFit/>
          </a:bodyPr>
          <a:lstStyle/>
          <a:p>
            <a:pPr>
              <a:defRPr/>
            </a:pPr>
            <a:r>
              <a:rPr lang="en-US" altLang="zh-CN" sz="2400" dirty="0">
                <a:solidFill>
                  <a:srgbClr val="063360"/>
                </a:solidFill>
                <a:latin typeface="微软雅黑"/>
                <a:cs typeface="Arial" panose="020B0604020202090204" pitchFamily="34" charset="0"/>
                <a:sym typeface="+mn-lt"/>
              </a:rPr>
              <a:t>01</a:t>
            </a:r>
            <a:r>
              <a:rPr lang="zh-CN" altLang="en-US" sz="2400" dirty="0">
                <a:solidFill>
                  <a:srgbClr val="063360"/>
                </a:solidFill>
                <a:latin typeface="微软雅黑"/>
                <a:cs typeface="Arial" panose="020B0604020202090204" pitchFamily="34" charset="0"/>
                <a:sym typeface="+mn-lt"/>
              </a:rPr>
              <a:t>「</a:t>
            </a:r>
            <a:r>
              <a:rPr lang="zh-CN" altLang="en-US" sz="2400" dirty="0">
                <a:solidFill>
                  <a:srgbClr val="063360"/>
                </a:solidFill>
                <a:latin typeface="微软雅黑"/>
                <a:cs typeface="Arial" panose="020B0604020202090204" pitchFamily="34" charset="0"/>
              </a:rPr>
              <a:t>第一季度工作成果</a:t>
            </a:r>
            <a:r>
              <a:rPr lang="zh-CN" altLang="en-US" sz="2400" dirty="0">
                <a:solidFill>
                  <a:srgbClr val="063360"/>
                </a:solidFill>
                <a:latin typeface="微软雅黑"/>
                <a:cs typeface="Arial" panose="020B0604020202090204" pitchFamily="34" charset="0"/>
                <a:sym typeface="+mn-lt"/>
              </a:rPr>
              <a:t>」</a:t>
            </a:r>
            <a:r>
              <a:rPr lang="zh-CN" altLang="en-US" sz="1400" dirty="0">
                <a:solidFill>
                  <a:srgbClr val="063360"/>
                </a:solidFill>
                <a:latin typeface="微软雅黑"/>
                <a:cs typeface="Arial" panose="020B0604020202090204" pitchFamily="34" charset="0"/>
                <a:sym typeface="+mn-lt"/>
              </a:rPr>
              <a:t>其他</a:t>
            </a:r>
            <a:r>
              <a:rPr lang="zh-CN" altLang="en-US" sz="1400" dirty="0">
                <a:solidFill>
                  <a:srgbClr val="063360"/>
                </a:solidFill>
                <a:latin typeface="微软雅黑"/>
                <a:cs typeface="Arial" panose="020B0604020202090204" pitchFamily="34" charset="0"/>
                <a:sym typeface="+mn-lt"/>
              </a:rPr>
              <a:t>项目</a:t>
            </a:r>
            <a:endParaRPr lang="zh-CN" altLang="en-US" sz="1400" dirty="0">
              <a:solidFill>
                <a:srgbClr val="063360"/>
              </a:solidFill>
              <a:latin typeface="微软雅黑"/>
              <a:cs typeface="Arial" panose="020B0604020202090204" pitchFamily="34" charset="0"/>
              <a:sym typeface="+mn-lt"/>
            </a:endParaRPr>
          </a:p>
        </p:txBody>
      </p:sp>
      <p:sp>
        <p:nvSpPr>
          <p:cNvPr id="5" name="矩形 4"/>
          <p:cNvSpPr/>
          <p:nvPr/>
        </p:nvSpPr>
        <p:spPr>
          <a:xfrm>
            <a:off x="697865" y="953135"/>
            <a:ext cx="11070590" cy="1430655"/>
          </a:xfrm>
          <a:prstGeom prst="rect">
            <a:avLst/>
          </a:prstGeom>
          <a:solidFill>
            <a:srgbClr val="DBEBFA"/>
          </a:solidFill>
        </p:spPr>
        <p:txBody>
          <a:bodyPr wrap="square" lIns="72000" tIns="36000" rIns="72000" bIns="36000" rtlCol="0" anchor="t">
            <a:noAutofit/>
          </a:bodyPr>
          <a:lstStyle/>
          <a:p>
            <a:pPr marL="285750" lvl="0" indent="-285750" eaLnBrk="0" fontAlgn="base" hangingPunct="0">
              <a:lnSpc>
                <a:spcPct val="150000"/>
              </a:lnSpc>
              <a:spcAft>
                <a:spcPct val="0"/>
              </a:spcAft>
              <a:buFont typeface="Wingdings" panose="05000000000000000000" pitchFamily="2" charset="2"/>
              <a:buChar char="Ø"/>
              <a:defRPr/>
            </a:pPr>
            <a:r>
              <a:rPr kumimoji="1" lang="zh-CN" altLang="en-US" sz="1200" b="1" dirty="0">
                <a:solidFill>
                  <a:schemeClr val="tx1"/>
                </a:solidFill>
                <a:latin typeface="微软雅黑" panose="020B0503020204020204" pitchFamily="34" charset="-122"/>
                <a:ea typeface="微软雅黑" panose="020B0503020204020204" pitchFamily="34" charset="-122"/>
                <a:cs typeface="+mn-ea"/>
              </a:rPr>
              <a:t>市场化</a:t>
            </a:r>
            <a:r>
              <a:rPr kumimoji="1" lang="en-US" altLang="zh-CN" sz="1200" b="1" dirty="0">
                <a:solidFill>
                  <a:schemeClr val="tx1"/>
                </a:solidFill>
                <a:latin typeface="微软雅黑" panose="020B0503020204020204" pitchFamily="34" charset="-122"/>
                <a:ea typeface="微软雅黑" panose="020B0503020204020204" pitchFamily="34" charset="-122"/>
                <a:cs typeface="+mn-ea"/>
              </a:rPr>
              <a:t>：</a:t>
            </a:r>
            <a:r>
              <a:rPr kumimoji="1" lang="zh-CN" altLang="en-US" sz="1200" dirty="0">
                <a:solidFill>
                  <a:schemeClr val="tx1"/>
                </a:solidFill>
                <a:latin typeface="微软雅黑" panose="020B0503020204020204" pitchFamily="34" charset="-122"/>
                <a:ea typeface="微软雅黑" panose="020B0503020204020204" pitchFamily="34" charset="-122"/>
                <a:cs typeface="+mn-ea"/>
              </a:rPr>
              <a:t>协助销售团队推进龙源项目验收</a:t>
            </a:r>
            <a:r>
              <a:rPr kumimoji="1" lang="en-US" altLang="zh-CN" sz="1200" dirty="0">
                <a:solidFill>
                  <a:schemeClr val="tx1"/>
                </a:solidFill>
                <a:latin typeface="微软雅黑" panose="020B0503020204020204" pitchFamily="34" charset="-122"/>
                <a:ea typeface="微软雅黑" panose="020B0503020204020204" pitchFamily="34" charset="-122"/>
                <a:cs typeface="+mn-ea"/>
              </a:rPr>
              <a:t>，</a:t>
            </a:r>
            <a:r>
              <a:rPr kumimoji="1" lang="zh-CN" altLang="en-US" sz="1200" dirty="0">
                <a:solidFill>
                  <a:schemeClr val="tx1"/>
                </a:solidFill>
                <a:latin typeface="微软雅黑" panose="020B0503020204020204" pitchFamily="34" charset="-122"/>
                <a:ea typeface="微软雅黑" panose="020B0503020204020204" pitchFamily="34" charset="-122"/>
                <a:cs typeface="+mn-ea"/>
              </a:rPr>
              <a:t>完成新增需求</a:t>
            </a:r>
            <a:r>
              <a:rPr kumimoji="1" lang="en-US" altLang="zh-CN" sz="1200" dirty="0">
                <a:solidFill>
                  <a:schemeClr val="tx1"/>
                </a:solidFill>
                <a:latin typeface="微软雅黑" panose="020B0503020204020204" pitchFamily="34" charset="-122"/>
                <a:ea typeface="微软雅黑" panose="020B0503020204020204" pitchFamily="34" charset="-122"/>
                <a:cs typeface="+mn-ea"/>
              </a:rPr>
              <a:t>10</a:t>
            </a:r>
            <a:r>
              <a:rPr kumimoji="1" lang="zh-CN" altLang="en-US" sz="1200" dirty="0">
                <a:solidFill>
                  <a:schemeClr val="tx1"/>
                </a:solidFill>
                <a:latin typeface="微软雅黑" panose="020B0503020204020204" pitchFamily="34" charset="-122"/>
                <a:ea typeface="微软雅黑" panose="020B0503020204020204" pitchFamily="34" charset="-122"/>
                <a:cs typeface="+mn-ea"/>
              </a:rPr>
              <a:t>余项</a:t>
            </a:r>
            <a:r>
              <a:rPr kumimoji="1" lang="en-US" altLang="zh-CN" sz="1200" dirty="0">
                <a:solidFill>
                  <a:schemeClr val="tx1"/>
                </a:solidFill>
                <a:latin typeface="微软雅黑" panose="020B0503020204020204" pitchFamily="34" charset="-122"/>
                <a:ea typeface="微软雅黑" panose="020B0503020204020204" pitchFamily="34" charset="-122"/>
                <a:cs typeface="+mn-ea"/>
              </a:rPr>
              <a:t>，</a:t>
            </a:r>
            <a:r>
              <a:rPr kumimoji="1" lang="zh-CN" altLang="en-US" sz="1200" dirty="0">
                <a:solidFill>
                  <a:schemeClr val="tx1"/>
                </a:solidFill>
                <a:latin typeface="微软雅黑" panose="020B0503020204020204" pitchFamily="34" charset="-122"/>
                <a:ea typeface="微软雅黑" panose="020B0503020204020204" pitchFamily="34" charset="-122"/>
                <a:cs typeface="+mn-ea"/>
              </a:rPr>
              <a:t>优化问题</a:t>
            </a:r>
            <a:r>
              <a:rPr kumimoji="1" lang="en-US" altLang="zh-CN" sz="1200" dirty="0">
                <a:solidFill>
                  <a:schemeClr val="tx1"/>
                </a:solidFill>
                <a:latin typeface="微软雅黑" panose="020B0503020204020204" pitchFamily="34" charset="-122"/>
                <a:ea typeface="微软雅黑" panose="020B0503020204020204" pitchFamily="34" charset="-122"/>
                <a:cs typeface="+mn-ea"/>
              </a:rPr>
              <a:t>11</a:t>
            </a:r>
            <a:r>
              <a:rPr kumimoji="1" lang="zh-CN" altLang="en-US" sz="1200" dirty="0">
                <a:solidFill>
                  <a:schemeClr val="tx1"/>
                </a:solidFill>
                <a:latin typeface="微软雅黑" panose="020B0503020204020204" pitchFamily="34" charset="-122"/>
                <a:ea typeface="微软雅黑" panose="020B0503020204020204" pitchFamily="34" charset="-122"/>
                <a:cs typeface="+mn-ea"/>
              </a:rPr>
              <a:t>项</a:t>
            </a:r>
            <a:endParaRPr kumimoji="1" lang="zh-CN" altLang="en-US" sz="1200" dirty="0">
              <a:solidFill>
                <a:schemeClr val="tx1"/>
              </a:solidFill>
              <a:latin typeface="微软雅黑" panose="020B0503020204020204" pitchFamily="34" charset="-122"/>
              <a:ea typeface="微软雅黑" panose="020B0503020204020204" pitchFamily="34" charset="-122"/>
              <a:cs typeface="+mn-ea"/>
            </a:endParaRPr>
          </a:p>
          <a:p>
            <a:pPr marL="285750" lvl="0" indent="-285750" eaLnBrk="0" fontAlgn="base" hangingPunct="0">
              <a:lnSpc>
                <a:spcPct val="150000"/>
              </a:lnSpc>
              <a:spcAft>
                <a:spcPct val="0"/>
              </a:spcAft>
              <a:buFont typeface="Wingdings" panose="05000000000000000000" pitchFamily="2" charset="2"/>
              <a:buChar char="Ø"/>
              <a:defRPr/>
            </a:pPr>
            <a:r>
              <a:rPr kumimoji="1" lang="zh-CN" altLang="en-US" sz="1200" b="1" dirty="0">
                <a:solidFill>
                  <a:schemeClr val="tx1"/>
                </a:solidFill>
                <a:latin typeface="微软雅黑" panose="020B0503020204020204" pitchFamily="34" charset="-122"/>
                <a:ea typeface="微软雅黑" panose="020B0503020204020204" pitchFamily="34" charset="-122"/>
                <a:cs typeface="+mn-ea"/>
              </a:rPr>
              <a:t>市场化</a:t>
            </a:r>
            <a:r>
              <a:rPr kumimoji="1" lang="en-US" altLang="zh-CN" sz="1200" dirty="0">
                <a:solidFill>
                  <a:schemeClr val="tx1"/>
                </a:solidFill>
                <a:latin typeface="微软雅黑" panose="020B0503020204020204" pitchFamily="34" charset="-122"/>
                <a:ea typeface="微软雅黑" panose="020B0503020204020204" pitchFamily="34" charset="-122"/>
                <a:cs typeface="+mn-ea"/>
              </a:rPr>
              <a:t>：</a:t>
            </a:r>
            <a:r>
              <a:rPr kumimoji="1" lang="zh-CN" altLang="en-US" sz="1200" dirty="0">
                <a:solidFill>
                  <a:schemeClr val="tx1"/>
                </a:solidFill>
                <a:latin typeface="微软雅黑" panose="020B0503020204020204" pitchFamily="34" charset="-122"/>
                <a:ea typeface="微软雅黑" panose="020B0503020204020204" pitchFamily="34" charset="-122"/>
                <a:cs typeface="+mn-ea"/>
              </a:rPr>
              <a:t>特变电验收后问题持续处理</a:t>
            </a:r>
            <a:r>
              <a:rPr kumimoji="1" lang="en-US" altLang="zh-CN" sz="1200" dirty="0">
                <a:solidFill>
                  <a:schemeClr val="tx1"/>
                </a:solidFill>
                <a:latin typeface="微软雅黑" panose="020B0503020204020204" pitchFamily="34" charset="-122"/>
                <a:ea typeface="微软雅黑" panose="020B0503020204020204" pitchFamily="34" charset="-122"/>
                <a:cs typeface="+mn-ea"/>
              </a:rPr>
              <a:t>，</a:t>
            </a:r>
            <a:r>
              <a:rPr kumimoji="1" lang="zh-CN" altLang="en-US" sz="1200" dirty="0">
                <a:solidFill>
                  <a:schemeClr val="tx1"/>
                </a:solidFill>
                <a:latin typeface="微软雅黑" panose="020B0503020204020204" pitchFamily="34" charset="-122"/>
                <a:ea typeface="微软雅黑" panose="020B0503020204020204" pitchFamily="34" charset="-122"/>
                <a:cs typeface="+mn-ea"/>
              </a:rPr>
              <a:t>修复问题</a:t>
            </a:r>
            <a:r>
              <a:rPr kumimoji="1" lang="en-US" altLang="zh-CN" sz="1200" dirty="0">
                <a:solidFill>
                  <a:schemeClr val="tx1"/>
                </a:solidFill>
                <a:latin typeface="微软雅黑" panose="020B0503020204020204" pitchFamily="34" charset="-122"/>
                <a:ea typeface="微软雅黑" panose="020B0503020204020204" pitchFamily="34" charset="-122"/>
                <a:cs typeface="+mn-ea"/>
              </a:rPr>
              <a:t>13</a:t>
            </a:r>
            <a:r>
              <a:rPr kumimoji="1" lang="zh-CN" altLang="en-US" sz="1200" dirty="0">
                <a:solidFill>
                  <a:schemeClr val="tx1"/>
                </a:solidFill>
                <a:latin typeface="微软雅黑" panose="020B0503020204020204" pitchFamily="34" charset="-122"/>
                <a:ea typeface="微软雅黑" panose="020B0503020204020204" pitchFamily="34" charset="-122"/>
                <a:cs typeface="+mn-ea"/>
              </a:rPr>
              <a:t>项</a:t>
            </a:r>
            <a:endParaRPr kumimoji="1" lang="zh-CN" altLang="en-US" sz="1200" b="1" dirty="0">
              <a:solidFill>
                <a:schemeClr val="tx1"/>
              </a:solidFill>
              <a:latin typeface="微软雅黑" panose="020B0503020204020204" pitchFamily="34" charset="-122"/>
              <a:ea typeface="微软雅黑" panose="020B0503020204020204" pitchFamily="34" charset="-122"/>
              <a:cs typeface="+mn-ea"/>
            </a:endParaRPr>
          </a:p>
          <a:p>
            <a:pPr marL="285750" lvl="0" indent="-285750" eaLnBrk="0" fontAlgn="base" hangingPunct="0">
              <a:lnSpc>
                <a:spcPct val="150000"/>
              </a:lnSpc>
              <a:spcAft>
                <a:spcPct val="0"/>
              </a:spcAft>
              <a:buFont typeface="Wingdings" panose="05000000000000000000" pitchFamily="2" charset="2"/>
              <a:buChar char="Ø"/>
              <a:defRPr/>
            </a:pPr>
            <a:r>
              <a:rPr kumimoji="1" lang="zh-CN" altLang="en-US" sz="1200" b="1" dirty="0">
                <a:solidFill>
                  <a:schemeClr val="tx1"/>
                </a:solidFill>
                <a:latin typeface="微软雅黑" panose="020B0503020204020204" pitchFamily="34" charset="-122"/>
                <a:ea typeface="微软雅黑" panose="020B0503020204020204" pitchFamily="34" charset="-122"/>
                <a:cs typeface="+mn-ea"/>
              </a:rPr>
              <a:t>国内</a:t>
            </a:r>
            <a:r>
              <a:rPr kumimoji="1" lang="en-US" altLang="zh-CN" sz="1200" b="1" dirty="0">
                <a:solidFill>
                  <a:schemeClr val="tx1"/>
                </a:solidFill>
                <a:latin typeface="微软雅黑" panose="020B0503020204020204" pitchFamily="34" charset="-122"/>
                <a:ea typeface="微软雅黑" panose="020B0503020204020204" pitchFamily="34" charset="-122"/>
                <a:cs typeface="+mn-ea"/>
              </a:rPr>
              <a:t>ITR</a:t>
            </a:r>
            <a:r>
              <a:rPr kumimoji="1" lang="zh-CN" altLang="en-US" sz="1200" b="1" dirty="0">
                <a:solidFill>
                  <a:schemeClr val="tx1"/>
                </a:solidFill>
                <a:latin typeface="微软雅黑" panose="020B0503020204020204" pitchFamily="34" charset="-122"/>
                <a:ea typeface="微软雅黑" panose="020B0503020204020204" pitchFamily="34" charset="-122"/>
                <a:cs typeface="+mn-ea"/>
              </a:rPr>
              <a:t>项目</a:t>
            </a:r>
            <a:r>
              <a:rPr kumimoji="1" lang="en-US" altLang="zh-CN" sz="1200" b="1" dirty="0">
                <a:solidFill>
                  <a:schemeClr val="tx1"/>
                </a:solidFill>
                <a:latin typeface="微软雅黑" panose="020B0503020204020204" pitchFamily="34" charset="-122"/>
                <a:ea typeface="微软雅黑" panose="020B0503020204020204" pitchFamily="34" charset="-122"/>
                <a:cs typeface="+mn-ea"/>
              </a:rPr>
              <a:t>：</a:t>
            </a:r>
            <a:r>
              <a:rPr kumimoji="1" lang="zh-CN" altLang="en-US" sz="1200" dirty="0">
                <a:solidFill>
                  <a:schemeClr val="tx1"/>
                </a:solidFill>
                <a:latin typeface="微软雅黑" panose="020B0503020204020204" pitchFamily="34" charset="-122"/>
                <a:ea typeface="微软雅黑" panose="020B0503020204020204" pitchFamily="34" charset="-122"/>
                <a:cs typeface="+mn-ea"/>
              </a:rPr>
              <a:t>完成</a:t>
            </a:r>
            <a:r>
              <a:rPr kumimoji="1" lang="en-US" altLang="zh-CN" sz="1200" dirty="0">
                <a:solidFill>
                  <a:schemeClr val="tx1"/>
                </a:solidFill>
                <a:latin typeface="微软雅黑" panose="020B0503020204020204" pitchFamily="34" charset="-122"/>
                <a:ea typeface="微软雅黑" panose="020B0503020204020204" pitchFamily="34" charset="-122"/>
                <a:cs typeface="+mn-ea"/>
              </a:rPr>
              <a:t>ITR</a:t>
            </a:r>
            <a:r>
              <a:rPr kumimoji="1" lang="zh-CN" altLang="en-US" sz="1200" dirty="0">
                <a:solidFill>
                  <a:schemeClr val="tx1"/>
                </a:solidFill>
                <a:latin typeface="微软雅黑" panose="020B0503020204020204" pitchFamily="34" charset="-122"/>
                <a:ea typeface="微软雅黑" panose="020B0503020204020204" pitchFamily="34" charset="-122"/>
                <a:cs typeface="+mn-ea"/>
              </a:rPr>
              <a:t>项目的需求沟通</a:t>
            </a:r>
            <a:r>
              <a:rPr kumimoji="1" lang="en-US" altLang="zh-CN" sz="1200" dirty="0">
                <a:solidFill>
                  <a:schemeClr val="tx1"/>
                </a:solidFill>
                <a:latin typeface="微软雅黑" panose="020B0503020204020204" pitchFamily="34" charset="-122"/>
                <a:ea typeface="微软雅黑" panose="020B0503020204020204" pitchFamily="34" charset="-122"/>
                <a:cs typeface="+mn-ea"/>
              </a:rPr>
              <a:t>、</a:t>
            </a:r>
            <a:r>
              <a:rPr kumimoji="1" lang="zh-CN" altLang="en-US" sz="1200" dirty="0">
                <a:solidFill>
                  <a:schemeClr val="tx1"/>
                </a:solidFill>
                <a:latin typeface="微软雅黑" panose="020B0503020204020204" pitchFamily="34" charset="-122"/>
                <a:ea typeface="微软雅黑" panose="020B0503020204020204" pitchFamily="34" charset="-122"/>
                <a:cs typeface="+mn-ea"/>
              </a:rPr>
              <a:t>产品设计</a:t>
            </a:r>
            <a:r>
              <a:rPr kumimoji="1" lang="en-US" altLang="zh-CN" sz="1200" dirty="0">
                <a:solidFill>
                  <a:schemeClr val="tx1"/>
                </a:solidFill>
                <a:latin typeface="微软雅黑" panose="020B0503020204020204" pitchFamily="34" charset="-122"/>
                <a:ea typeface="微软雅黑" panose="020B0503020204020204" pitchFamily="34" charset="-122"/>
                <a:cs typeface="+mn-ea"/>
              </a:rPr>
              <a:t>、</a:t>
            </a:r>
            <a:r>
              <a:rPr kumimoji="1" lang="zh-CN" altLang="en-US" sz="1200" dirty="0">
                <a:solidFill>
                  <a:schemeClr val="tx1"/>
                </a:solidFill>
                <a:latin typeface="微软雅黑" panose="020B0503020204020204" pitchFamily="34" charset="-122"/>
                <a:ea typeface="微软雅黑" panose="020B0503020204020204" pitchFamily="34" charset="-122"/>
                <a:cs typeface="+mn-ea"/>
              </a:rPr>
              <a:t>开发</a:t>
            </a:r>
            <a:r>
              <a:rPr kumimoji="1" lang="en-US" altLang="zh-CN" sz="1200" dirty="0">
                <a:solidFill>
                  <a:schemeClr val="tx1"/>
                </a:solidFill>
                <a:latin typeface="微软雅黑" panose="020B0503020204020204" pitchFamily="34" charset="-122"/>
                <a:ea typeface="微软雅黑" panose="020B0503020204020204" pitchFamily="34" charset="-122"/>
                <a:cs typeface="+mn-ea"/>
              </a:rPr>
              <a:t>、</a:t>
            </a:r>
            <a:r>
              <a:rPr kumimoji="1" lang="zh-CN" altLang="en-US" sz="1200" dirty="0">
                <a:solidFill>
                  <a:schemeClr val="tx1"/>
                </a:solidFill>
                <a:latin typeface="微软雅黑" panose="020B0503020204020204" pitchFamily="34" charset="-122"/>
                <a:ea typeface="微软雅黑" panose="020B0503020204020204" pitchFamily="34" charset="-122"/>
                <a:cs typeface="+mn-ea"/>
              </a:rPr>
              <a:t>测试验收工作</a:t>
            </a:r>
            <a:r>
              <a:rPr kumimoji="1" lang="en-US" altLang="zh-CN" sz="1200" dirty="0">
                <a:solidFill>
                  <a:schemeClr val="tx1"/>
                </a:solidFill>
                <a:latin typeface="微软雅黑" panose="020B0503020204020204" pitchFamily="34" charset="-122"/>
                <a:ea typeface="微软雅黑" panose="020B0503020204020204" pitchFamily="34" charset="-122"/>
                <a:cs typeface="+mn-ea"/>
              </a:rPr>
              <a:t>，</a:t>
            </a:r>
            <a:r>
              <a:rPr kumimoji="1" lang="zh-CN" altLang="en-US" sz="1200" dirty="0">
                <a:solidFill>
                  <a:schemeClr val="tx1"/>
                </a:solidFill>
                <a:latin typeface="微软雅黑" panose="020B0503020204020204" pitchFamily="34" charset="-122"/>
                <a:ea typeface="微软雅黑" panose="020B0503020204020204" pitchFamily="34" charset="-122"/>
                <a:cs typeface="+mn-ea"/>
              </a:rPr>
              <a:t>目前已交付后评估团队使用</a:t>
            </a:r>
            <a:endParaRPr kumimoji="1" lang="zh-CN" altLang="en-US" sz="1200" b="1" dirty="0">
              <a:solidFill>
                <a:schemeClr val="tx1"/>
              </a:solidFill>
              <a:latin typeface="微软雅黑" panose="020B0503020204020204" pitchFamily="34" charset="-122"/>
              <a:ea typeface="微软雅黑" panose="020B0503020204020204" pitchFamily="34" charset="-122"/>
              <a:cs typeface="+mn-ea"/>
            </a:endParaRPr>
          </a:p>
          <a:p>
            <a:pPr marL="285750" lvl="0" indent="-285750" eaLnBrk="0" fontAlgn="base" hangingPunct="0">
              <a:lnSpc>
                <a:spcPct val="150000"/>
              </a:lnSpc>
              <a:spcAft>
                <a:spcPct val="0"/>
              </a:spcAft>
              <a:buFont typeface="Wingdings" panose="05000000000000000000" pitchFamily="2" charset="2"/>
              <a:buChar char="Ø"/>
              <a:defRPr/>
            </a:pPr>
            <a:r>
              <a:rPr kumimoji="1" lang="zh-CN" altLang="en-US" sz="1200" b="1" dirty="0">
                <a:solidFill>
                  <a:schemeClr val="tx1"/>
                </a:solidFill>
                <a:latin typeface="微软雅黑" panose="020B0503020204020204" pitchFamily="34" charset="-122"/>
                <a:ea typeface="微软雅黑" panose="020B0503020204020204" pitchFamily="34" charset="-122"/>
                <a:cs typeface="+mn-ea"/>
              </a:rPr>
              <a:t>国际</a:t>
            </a:r>
            <a:r>
              <a:rPr kumimoji="1" lang="en-US" altLang="zh-CN" sz="1200" b="1" dirty="0">
                <a:solidFill>
                  <a:schemeClr val="tx1"/>
                </a:solidFill>
                <a:latin typeface="微软雅黑" panose="020B0503020204020204" pitchFamily="34" charset="-122"/>
                <a:ea typeface="微软雅黑" panose="020B0503020204020204" pitchFamily="34" charset="-122"/>
                <a:cs typeface="+mn-ea"/>
              </a:rPr>
              <a:t>ITR</a:t>
            </a:r>
            <a:r>
              <a:rPr kumimoji="1" lang="zh-CN" altLang="en-US" sz="1200" b="1" dirty="0">
                <a:solidFill>
                  <a:schemeClr val="tx1"/>
                </a:solidFill>
                <a:latin typeface="微软雅黑" panose="020B0503020204020204" pitchFamily="34" charset="-122"/>
                <a:ea typeface="微软雅黑" panose="020B0503020204020204" pitchFamily="34" charset="-122"/>
                <a:cs typeface="+mn-ea"/>
              </a:rPr>
              <a:t>项目</a:t>
            </a:r>
            <a:r>
              <a:rPr kumimoji="1" lang="en-US" altLang="zh-CN" sz="1200" b="1" dirty="0">
                <a:solidFill>
                  <a:schemeClr val="tx1"/>
                </a:solidFill>
                <a:latin typeface="微软雅黑" panose="020B0503020204020204" pitchFamily="34" charset="-122"/>
                <a:ea typeface="微软雅黑" panose="020B0503020204020204" pitchFamily="34" charset="-122"/>
                <a:cs typeface="+mn-ea"/>
              </a:rPr>
              <a:t>：</a:t>
            </a:r>
            <a:r>
              <a:rPr kumimoji="1" lang="zh-CN" altLang="en-US" sz="1200" dirty="0">
                <a:solidFill>
                  <a:schemeClr val="tx1"/>
                </a:solidFill>
                <a:latin typeface="微软雅黑" panose="020B0503020204020204" pitchFamily="34" charset="-122"/>
                <a:ea typeface="微软雅黑" panose="020B0503020204020204" pitchFamily="34" charset="-122"/>
                <a:cs typeface="+mn-ea"/>
              </a:rPr>
              <a:t>优化业务使用问题</a:t>
            </a:r>
            <a:r>
              <a:rPr kumimoji="1" lang="en-US" altLang="zh-CN" sz="1200" dirty="0">
                <a:solidFill>
                  <a:schemeClr val="tx1"/>
                </a:solidFill>
                <a:latin typeface="微软雅黑" panose="020B0503020204020204" pitchFamily="34" charset="-122"/>
                <a:ea typeface="微软雅黑" panose="020B0503020204020204" pitchFamily="34" charset="-122"/>
                <a:cs typeface="+mn-ea"/>
              </a:rPr>
              <a:t>17</a:t>
            </a:r>
            <a:r>
              <a:rPr kumimoji="1" lang="zh-CN" altLang="en-US" sz="1200" dirty="0">
                <a:solidFill>
                  <a:schemeClr val="tx1"/>
                </a:solidFill>
                <a:latin typeface="微软雅黑" panose="020B0503020204020204" pitchFamily="34" charset="-122"/>
                <a:ea typeface="微软雅黑" panose="020B0503020204020204" pitchFamily="34" charset="-122"/>
                <a:cs typeface="+mn-ea"/>
              </a:rPr>
              <a:t>项</a:t>
            </a:r>
            <a:r>
              <a:rPr kumimoji="1" lang="en-US" altLang="zh-CN" sz="1200" dirty="0">
                <a:solidFill>
                  <a:schemeClr val="tx1"/>
                </a:solidFill>
                <a:latin typeface="微软雅黑" panose="020B0503020204020204" pitchFamily="34" charset="-122"/>
                <a:ea typeface="微软雅黑" panose="020B0503020204020204" pitchFamily="34" charset="-122"/>
                <a:cs typeface="+mn-ea"/>
              </a:rPr>
              <a:t>，</a:t>
            </a:r>
            <a:r>
              <a:rPr kumimoji="1" lang="zh-CN" altLang="en-US" sz="1200" dirty="0">
                <a:solidFill>
                  <a:schemeClr val="tx1"/>
                </a:solidFill>
                <a:latin typeface="微软雅黑" panose="020B0503020204020204" pitchFamily="34" charset="-122"/>
                <a:ea typeface="微软雅黑" panose="020B0503020204020204" pitchFamily="34" charset="-122"/>
                <a:cs typeface="+mn-ea"/>
              </a:rPr>
              <a:t>处理</a:t>
            </a:r>
            <a:r>
              <a:rPr kumimoji="1" lang="en-US" altLang="zh-CN" sz="1200" dirty="0">
                <a:solidFill>
                  <a:schemeClr val="tx1"/>
                </a:solidFill>
                <a:latin typeface="微软雅黑" panose="020B0503020204020204" pitchFamily="34" charset="-122"/>
                <a:ea typeface="微软雅黑" panose="020B0503020204020204" pitchFamily="34" charset="-122"/>
                <a:cs typeface="+mn-ea"/>
              </a:rPr>
              <a:t>BUG30</a:t>
            </a:r>
            <a:r>
              <a:rPr kumimoji="1" lang="zh-CN" altLang="en-US" sz="1200" dirty="0">
                <a:solidFill>
                  <a:schemeClr val="tx1"/>
                </a:solidFill>
                <a:latin typeface="微软雅黑" panose="020B0503020204020204" pitchFamily="34" charset="-122"/>
                <a:ea typeface="微软雅黑" panose="020B0503020204020204" pitchFamily="34" charset="-122"/>
                <a:cs typeface="+mn-ea"/>
              </a:rPr>
              <a:t>项</a:t>
            </a:r>
            <a:endParaRPr kumimoji="1" lang="zh-CN" altLang="en-US" sz="1200" b="1" dirty="0">
              <a:solidFill>
                <a:schemeClr val="tx1"/>
              </a:solidFill>
              <a:latin typeface="微软雅黑" panose="020B0503020204020204" pitchFamily="34" charset="-122"/>
              <a:ea typeface="微软雅黑" panose="020B0503020204020204" pitchFamily="34" charset="-122"/>
              <a:cs typeface="+mn-ea"/>
            </a:endParaRPr>
          </a:p>
          <a:p>
            <a:pPr marL="285750" lvl="0" indent="-285750" eaLnBrk="0" fontAlgn="base" hangingPunct="0">
              <a:lnSpc>
                <a:spcPct val="150000"/>
              </a:lnSpc>
              <a:spcAft>
                <a:spcPct val="0"/>
              </a:spcAft>
              <a:buFont typeface="Wingdings" panose="05000000000000000000" pitchFamily="2" charset="2"/>
              <a:buChar char="Ø"/>
              <a:defRPr/>
            </a:pPr>
            <a:r>
              <a:rPr kumimoji="1" lang="zh-CN" altLang="en-US" sz="1200" b="1" dirty="0">
                <a:solidFill>
                  <a:schemeClr val="tx1"/>
                </a:solidFill>
                <a:latin typeface="微软雅黑" panose="020B0503020204020204" pitchFamily="34" charset="-122"/>
                <a:ea typeface="微软雅黑" panose="020B0503020204020204" pitchFamily="34" charset="-122"/>
                <a:cs typeface="+mn-ea"/>
              </a:rPr>
              <a:t>测风管理平台</a:t>
            </a:r>
            <a:r>
              <a:rPr kumimoji="1" lang="en-US" altLang="zh-CN" sz="1200" b="1" dirty="0">
                <a:solidFill>
                  <a:schemeClr val="tx1"/>
                </a:solidFill>
                <a:latin typeface="微软雅黑" panose="020B0503020204020204" pitchFamily="34" charset="-122"/>
                <a:ea typeface="微软雅黑" panose="020B0503020204020204" pitchFamily="34" charset="-122"/>
                <a:cs typeface="+mn-ea"/>
              </a:rPr>
              <a:t>：</a:t>
            </a:r>
            <a:r>
              <a:rPr kumimoji="1" lang="zh-CN" altLang="en-US" sz="1200" dirty="0">
                <a:solidFill>
                  <a:schemeClr val="tx1"/>
                </a:solidFill>
                <a:latin typeface="微软雅黑" panose="020B0503020204020204" pitchFamily="34" charset="-122"/>
                <a:ea typeface="微软雅黑" panose="020B0503020204020204" pitchFamily="34" charset="-122"/>
                <a:cs typeface="+mn-ea"/>
              </a:rPr>
              <a:t>日常运维答疑</a:t>
            </a:r>
            <a:r>
              <a:rPr kumimoji="1" lang="en-US" altLang="zh-CN" sz="1200" dirty="0">
                <a:solidFill>
                  <a:schemeClr val="tx1"/>
                </a:solidFill>
                <a:latin typeface="微软雅黑" panose="020B0503020204020204" pitchFamily="34" charset="-122"/>
                <a:ea typeface="微软雅黑" panose="020B0503020204020204" pitchFamily="34" charset="-122"/>
                <a:cs typeface="+mn-ea"/>
              </a:rPr>
              <a:t>，</a:t>
            </a:r>
            <a:r>
              <a:rPr kumimoji="1" lang="zh-CN" altLang="en-US" sz="1200" dirty="0">
                <a:solidFill>
                  <a:schemeClr val="tx1"/>
                </a:solidFill>
                <a:latin typeface="微软雅黑" panose="020B0503020204020204" pitchFamily="34" charset="-122"/>
                <a:ea typeface="微软雅黑" panose="020B0503020204020204" pitchFamily="34" charset="-122"/>
                <a:cs typeface="+mn-ea"/>
              </a:rPr>
              <a:t>处理</a:t>
            </a:r>
            <a:r>
              <a:rPr kumimoji="1" lang="en-US" altLang="zh-CN" sz="1200" dirty="0">
                <a:solidFill>
                  <a:schemeClr val="tx1"/>
                </a:solidFill>
                <a:latin typeface="微软雅黑" panose="020B0503020204020204" pitchFamily="34" charset="-122"/>
                <a:ea typeface="微软雅黑" panose="020B0503020204020204" pitchFamily="34" charset="-122"/>
                <a:cs typeface="+mn-ea"/>
              </a:rPr>
              <a:t>BUG7</a:t>
            </a:r>
            <a:r>
              <a:rPr kumimoji="1" lang="zh-CN" altLang="en-US" sz="1200" dirty="0">
                <a:solidFill>
                  <a:schemeClr val="tx1"/>
                </a:solidFill>
                <a:latin typeface="微软雅黑" panose="020B0503020204020204" pitchFamily="34" charset="-122"/>
                <a:ea typeface="微软雅黑" panose="020B0503020204020204" pitchFamily="34" charset="-122"/>
                <a:cs typeface="+mn-ea"/>
              </a:rPr>
              <a:t>项</a:t>
            </a:r>
            <a:endParaRPr kumimoji="1" lang="zh-CN" altLang="en-US" sz="1200" dirty="0">
              <a:solidFill>
                <a:schemeClr val="tx1"/>
              </a:solidFill>
              <a:latin typeface="微软雅黑" panose="020B0503020204020204" pitchFamily="34" charset="-122"/>
              <a:ea typeface="微软雅黑" panose="020B0503020204020204" pitchFamily="34" charset="-122"/>
              <a:cs typeface="+mn-ea"/>
            </a:endParaRPr>
          </a:p>
        </p:txBody>
      </p:sp>
      <p:pic>
        <p:nvPicPr>
          <p:cNvPr id="13" name="图片 12"/>
          <p:cNvPicPr>
            <a:picLocks noChangeAspect="1"/>
          </p:cNvPicPr>
          <p:nvPr/>
        </p:nvPicPr>
        <p:blipFill>
          <a:blip r:embed="rId4"/>
          <a:stretch>
            <a:fillRect/>
          </a:stretch>
        </p:blipFill>
        <p:spPr>
          <a:xfrm>
            <a:off x="6645910" y="4431030"/>
            <a:ext cx="4166870" cy="2257425"/>
          </a:xfrm>
          <a:prstGeom prst="rect">
            <a:avLst/>
          </a:prstGeom>
        </p:spPr>
      </p:pic>
      <p:pic>
        <p:nvPicPr>
          <p:cNvPr id="14" name="图片 13"/>
          <p:cNvPicPr>
            <a:picLocks noChangeAspect="1"/>
          </p:cNvPicPr>
          <p:nvPr/>
        </p:nvPicPr>
        <p:blipFill>
          <a:blip r:embed="rId5"/>
          <a:stretch>
            <a:fillRect/>
          </a:stretch>
        </p:blipFill>
        <p:spPr>
          <a:xfrm>
            <a:off x="6645910" y="2486025"/>
            <a:ext cx="4928870" cy="1733550"/>
          </a:xfrm>
          <a:prstGeom prst="rect">
            <a:avLst/>
          </a:prstGeom>
        </p:spPr>
      </p:pic>
      <p:pic>
        <p:nvPicPr>
          <p:cNvPr id="15" name="图片 14"/>
          <p:cNvPicPr>
            <a:picLocks noChangeAspect="1"/>
          </p:cNvPicPr>
          <p:nvPr/>
        </p:nvPicPr>
        <p:blipFill>
          <a:blip r:embed="rId6"/>
          <a:stretch>
            <a:fillRect/>
          </a:stretch>
        </p:blipFill>
        <p:spPr>
          <a:xfrm>
            <a:off x="756285" y="4663440"/>
            <a:ext cx="4034155" cy="2035810"/>
          </a:xfrm>
          <a:prstGeom prst="rect">
            <a:avLst/>
          </a:prstGeom>
        </p:spPr>
      </p:pic>
      <p:pic>
        <p:nvPicPr>
          <p:cNvPr id="16" name="图片 15"/>
          <p:cNvPicPr>
            <a:picLocks noChangeAspect="1"/>
          </p:cNvPicPr>
          <p:nvPr/>
        </p:nvPicPr>
        <p:blipFill>
          <a:blip r:embed="rId7"/>
          <a:stretch>
            <a:fillRect/>
          </a:stretch>
        </p:blipFill>
        <p:spPr>
          <a:xfrm>
            <a:off x="756285" y="2413000"/>
            <a:ext cx="4009390" cy="202374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9" name="对象 78" hidden="1"/>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2" name="think-cell 幻灯片" r:id="rId2" imgW="0" imgH="0" progId="TCLayout.ActiveDocument.1">
                  <p:embed/>
                </p:oleObj>
              </mc:Choice>
              <mc:Fallback>
                <p:oleObj name="think-cell 幻灯片" r:id="rId2" imgW="0" imgH="0" progId="TCLayout.ActiveDocument.1">
                  <p:embed/>
                  <p:pic>
                    <p:nvPicPr>
                      <p:cNvPr id="0" name="对象 78" hidden="1"/>
                      <p:cNvPicPr/>
                      <p:nvPr/>
                    </p:nvPicPr>
                    <p:blipFill>
                      <a:blip r:embed="rId3"/>
                      <a:stretch>
                        <a:fillRect/>
                      </a:stretch>
                    </p:blipFill>
                    <p:spPr>
                      <a:xfrm>
                        <a:off x="1588" y="1588"/>
                        <a:ext cx="1588" cy="1588"/>
                      </a:xfrm>
                      <a:prstGeom prst="rect">
                        <a:avLst/>
                      </a:prstGeom>
                    </p:spPr>
                  </p:pic>
                </p:oleObj>
              </mc:Fallback>
            </mc:AlternateContent>
          </a:graphicData>
        </a:graphic>
      </p:graphicFrame>
      <p:sp>
        <p:nvSpPr>
          <p:cNvPr id="4" name="矩形 3"/>
          <p:cNvSpPr/>
          <p:nvPr/>
        </p:nvSpPr>
        <p:spPr>
          <a:xfrm>
            <a:off x="3301491" y="6926228"/>
            <a:ext cx="390241" cy="307777"/>
          </a:xfrm>
          <a:prstGeom prst="rect">
            <a:avLst/>
          </a:prstGeom>
        </p:spPr>
        <p:txBody>
          <a:bodyPr wrap="square" rtlCol="0" anchor="ctr">
            <a:spAutoFit/>
          </a:bodyPr>
          <a:lstStyle/>
          <a:p>
            <a:pPr algn="ctr"/>
            <a:endParaRPr lang="zh-CN" altLang="en-US" sz="1400">
              <a:ln>
                <a:solidFill>
                  <a:srgbClr val="FFC000"/>
                </a:solidFill>
              </a:ln>
              <a:latin typeface="微软雅黑" panose="020B0503020204020204" pitchFamily="34" charset="-122"/>
              <a:ea typeface="微软雅黑" panose="020B0503020204020204" pitchFamily="34" charset="-122"/>
            </a:endParaRPr>
          </a:p>
        </p:txBody>
      </p:sp>
      <p:sp>
        <p:nvSpPr>
          <p:cNvPr id="47" name="文本框 46"/>
          <p:cNvSpPr txBox="1"/>
          <p:nvPr/>
        </p:nvSpPr>
        <p:spPr>
          <a:xfrm>
            <a:off x="697580" y="252439"/>
            <a:ext cx="4678680" cy="460375"/>
          </a:xfrm>
          <a:prstGeom prst="rect">
            <a:avLst/>
          </a:prstGeom>
          <a:noFill/>
        </p:spPr>
        <p:txBody>
          <a:bodyPr wrap="none" rtlCol="0">
            <a:spAutoFit/>
          </a:bodyPr>
          <a:lstStyle/>
          <a:p>
            <a:pPr>
              <a:defRPr/>
            </a:pPr>
            <a:r>
              <a:rPr lang="en-US" altLang="zh-CN" sz="2400" dirty="0">
                <a:solidFill>
                  <a:srgbClr val="063360"/>
                </a:solidFill>
                <a:latin typeface="微软雅黑"/>
                <a:cs typeface="Arial" panose="020B0604020202090204" pitchFamily="34" charset="0"/>
                <a:sym typeface="+mn-lt"/>
              </a:rPr>
              <a:t>01</a:t>
            </a:r>
            <a:r>
              <a:rPr lang="zh-CN" altLang="en-US" sz="2400" dirty="0">
                <a:solidFill>
                  <a:srgbClr val="063360"/>
                </a:solidFill>
                <a:latin typeface="微软雅黑"/>
                <a:cs typeface="Arial" panose="020B0604020202090204" pitchFamily="34" charset="0"/>
                <a:sym typeface="+mn-lt"/>
              </a:rPr>
              <a:t>「</a:t>
            </a:r>
            <a:r>
              <a:rPr lang="zh-CN" altLang="en-US" sz="2400" dirty="0">
                <a:solidFill>
                  <a:srgbClr val="063360"/>
                </a:solidFill>
                <a:latin typeface="微软雅黑"/>
                <a:cs typeface="Arial" panose="020B0604020202090204" pitchFamily="34" charset="0"/>
              </a:rPr>
              <a:t>第一季度工作成果</a:t>
            </a:r>
            <a:r>
              <a:rPr lang="zh-CN" altLang="en-US" sz="2400" dirty="0">
                <a:solidFill>
                  <a:srgbClr val="063360"/>
                </a:solidFill>
                <a:latin typeface="微软雅黑"/>
                <a:cs typeface="Arial" panose="020B0604020202090204" pitchFamily="34" charset="0"/>
                <a:sym typeface="+mn-lt"/>
              </a:rPr>
              <a:t>」</a:t>
            </a:r>
            <a:r>
              <a:rPr lang="zh-CN" altLang="en-US" sz="1400" dirty="0">
                <a:solidFill>
                  <a:srgbClr val="063360"/>
                </a:solidFill>
                <a:latin typeface="微软雅黑"/>
                <a:cs typeface="Arial" panose="020B0604020202090204" pitchFamily="34" charset="0"/>
                <a:sym typeface="+mn-lt"/>
              </a:rPr>
              <a:t>气象灾害</a:t>
            </a:r>
            <a:r>
              <a:rPr lang="zh-CN" altLang="en-US" sz="1400" dirty="0">
                <a:solidFill>
                  <a:srgbClr val="063360"/>
                </a:solidFill>
                <a:latin typeface="微软雅黑"/>
                <a:cs typeface="Arial" panose="020B0604020202090204" pitchFamily="34" charset="0"/>
                <a:sym typeface="+mn-lt"/>
              </a:rPr>
              <a:t>预警</a:t>
            </a:r>
            <a:endParaRPr lang="zh-CN" altLang="en-US" sz="1400" dirty="0">
              <a:solidFill>
                <a:srgbClr val="063360"/>
              </a:solidFill>
              <a:latin typeface="微软雅黑"/>
              <a:cs typeface="Arial" panose="020B0604020202090204" pitchFamily="34" charset="0"/>
              <a:sym typeface="+mn-lt"/>
            </a:endParaRPr>
          </a:p>
        </p:txBody>
      </p:sp>
      <p:sp>
        <p:nvSpPr>
          <p:cNvPr id="5" name="矩形 4"/>
          <p:cNvSpPr/>
          <p:nvPr/>
        </p:nvSpPr>
        <p:spPr>
          <a:xfrm>
            <a:off x="697865" y="953135"/>
            <a:ext cx="11070590" cy="1989455"/>
          </a:xfrm>
          <a:prstGeom prst="rect">
            <a:avLst/>
          </a:prstGeom>
          <a:solidFill>
            <a:srgbClr val="DBEBFA"/>
          </a:solidFill>
        </p:spPr>
        <p:txBody>
          <a:bodyPr wrap="square" lIns="72000" tIns="36000" rIns="72000" bIns="36000" rtlCol="0" anchor="t">
            <a:noAutofit/>
          </a:bodyPr>
          <a:lstStyle/>
          <a:p>
            <a:pPr marL="285750" lvl="0" indent="-285750" eaLnBrk="0" fontAlgn="base" hangingPunct="0">
              <a:lnSpc>
                <a:spcPct val="150000"/>
              </a:lnSpc>
              <a:spcAft>
                <a:spcPct val="0"/>
              </a:spcAft>
              <a:buFont typeface="Wingdings" panose="05000000000000000000" pitchFamily="2" charset="2"/>
              <a:buChar char="Ø"/>
              <a:defRPr/>
            </a:pPr>
            <a:r>
              <a:rPr kumimoji="1" lang="zh-CN" altLang="en-US" sz="1200" b="1" dirty="0">
                <a:solidFill>
                  <a:schemeClr val="tx1"/>
                </a:solidFill>
                <a:latin typeface="微软雅黑" panose="020B0503020204020204" pitchFamily="34" charset="-122"/>
                <a:ea typeface="微软雅黑" panose="020B0503020204020204" pitchFamily="34" charset="-122"/>
                <a:cs typeface="+mn-ea"/>
              </a:rPr>
              <a:t>整体应用情况</a:t>
            </a:r>
            <a:r>
              <a:rPr kumimoji="1" lang="en-US" altLang="zh-CN" sz="1200" b="1" dirty="0">
                <a:solidFill>
                  <a:schemeClr val="tx1"/>
                </a:solidFill>
                <a:latin typeface="微软雅黑" panose="020B0503020204020204" pitchFamily="34" charset="-122"/>
                <a:ea typeface="微软雅黑" panose="020B0503020204020204" pitchFamily="34" charset="-122"/>
                <a:cs typeface="+mn-ea"/>
              </a:rPr>
              <a:t>：</a:t>
            </a:r>
            <a:r>
              <a:rPr kumimoji="1" lang="en-US" altLang="zh-CN" sz="1200" dirty="0">
                <a:solidFill>
                  <a:schemeClr val="tx1"/>
                </a:solidFill>
                <a:latin typeface="微软雅黑" panose="020B0503020204020204" pitchFamily="34" charset="-122"/>
                <a:ea typeface="微软雅黑" panose="020B0503020204020204" pitchFamily="34" charset="-122"/>
                <a:cs typeface="+mn-ea"/>
              </a:rPr>
              <a:t>2026</a:t>
            </a:r>
            <a:r>
              <a:rPr kumimoji="1" lang="zh-CN" altLang="en-US" sz="1200" dirty="0">
                <a:solidFill>
                  <a:schemeClr val="tx1"/>
                </a:solidFill>
                <a:latin typeface="微软雅黑" panose="020B0503020204020204" pitchFamily="34" charset="-122"/>
                <a:ea typeface="微软雅黑" panose="020B0503020204020204" pitchFamily="34" charset="-122"/>
                <a:cs typeface="+mn-ea"/>
              </a:rPr>
              <a:t>年一季度共服务项目</a:t>
            </a:r>
            <a:r>
              <a:rPr kumimoji="1" lang="en-US" altLang="zh-CN" sz="1200" b="1" dirty="0">
                <a:solidFill>
                  <a:schemeClr val="tx1"/>
                </a:solidFill>
                <a:latin typeface="微软雅黑" panose="020B0503020204020204" pitchFamily="34" charset="-122"/>
                <a:ea typeface="微软雅黑" panose="020B0503020204020204" pitchFamily="34" charset="-122"/>
                <a:cs typeface="+mn-ea"/>
              </a:rPr>
              <a:t>1161</a:t>
            </a:r>
            <a:r>
              <a:rPr kumimoji="1" lang="zh-CN" altLang="en-US" sz="1200" b="1" dirty="0">
                <a:solidFill>
                  <a:schemeClr val="tx1"/>
                </a:solidFill>
                <a:latin typeface="微软雅黑" panose="020B0503020204020204" pitchFamily="34" charset="-122"/>
                <a:ea typeface="微软雅黑" panose="020B0503020204020204" pitchFamily="34" charset="-122"/>
                <a:cs typeface="+mn-ea"/>
              </a:rPr>
              <a:t>个</a:t>
            </a:r>
            <a:r>
              <a:rPr kumimoji="1" lang="en-US" altLang="zh-CN" sz="1200" b="1" dirty="0">
                <a:solidFill>
                  <a:schemeClr val="tx1"/>
                </a:solidFill>
                <a:latin typeface="微软雅黑" panose="020B0503020204020204" pitchFamily="34" charset="-122"/>
                <a:ea typeface="微软雅黑" panose="020B0503020204020204" pitchFamily="34" charset="-122"/>
                <a:cs typeface="+mn-ea"/>
              </a:rPr>
              <a:t>，</a:t>
            </a:r>
            <a:r>
              <a:rPr kumimoji="1" lang="zh-CN" altLang="en-US" sz="1200" dirty="0">
                <a:solidFill>
                  <a:schemeClr val="tx1"/>
                </a:solidFill>
                <a:latin typeface="微软雅黑" panose="020B0503020204020204" pitchFamily="34" charset="-122"/>
                <a:ea typeface="微软雅黑" panose="020B0503020204020204" pitchFamily="34" charset="-122"/>
                <a:cs typeface="+mn-ea"/>
              </a:rPr>
              <a:t>陆上项目</a:t>
            </a:r>
            <a:r>
              <a:rPr kumimoji="1" lang="en-US" altLang="zh-CN" sz="1200" b="1" dirty="0">
                <a:solidFill>
                  <a:schemeClr val="tx1"/>
                </a:solidFill>
                <a:latin typeface="微软雅黑" panose="020B0503020204020204" pitchFamily="34" charset="-122"/>
                <a:ea typeface="微软雅黑" panose="020B0503020204020204" pitchFamily="34" charset="-122"/>
                <a:cs typeface="+mn-ea"/>
              </a:rPr>
              <a:t>996</a:t>
            </a:r>
            <a:r>
              <a:rPr kumimoji="1" lang="zh-CN" altLang="en-US" sz="1200" b="1" dirty="0">
                <a:solidFill>
                  <a:schemeClr val="tx1"/>
                </a:solidFill>
                <a:latin typeface="微软雅黑" panose="020B0503020204020204" pitchFamily="34" charset="-122"/>
                <a:ea typeface="微软雅黑" panose="020B0503020204020204" pitchFamily="34" charset="-122"/>
                <a:cs typeface="+mn-ea"/>
              </a:rPr>
              <a:t>个</a:t>
            </a:r>
            <a:r>
              <a:rPr kumimoji="1" lang="en-US" altLang="zh-CN" sz="1200" b="1" dirty="0">
                <a:solidFill>
                  <a:schemeClr val="tx1"/>
                </a:solidFill>
                <a:latin typeface="微软雅黑" panose="020B0503020204020204" pitchFamily="34" charset="-122"/>
                <a:ea typeface="微软雅黑" panose="020B0503020204020204" pitchFamily="34" charset="-122"/>
                <a:cs typeface="+mn-ea"/>
              </a:rPr>
              <a:t>，</a:t>
            </a:r>
            <a:r>
              <a:rPr kumimoji="1" lang="zh-CN" altLang="en-US" sz="1200" dirty="0">
                <a:solidFill>
                  <a:schemeClr val="tx1"/>
                </a:solidFill>
                <a:latin typeface="微软雅黑" panose="020B0503020204020204" pitchFamily="34" charset="-122"/>
                <a:ea typeface="微软雅黑" panose="020B0503020204020204" pitchFamily="34" charset="-122"/>
                <a:cs typeface="+mn-ea"/>
              </a:rPr>
              <a:t>海上项目</a:t>
            </a:r>
            <a:r>
              <a:rPr kumimoji="1" lang="en-US" altLang="zh-CN" sz="1200" b="1" dirty="0">
                <a:solidFill>
                  <a:schemeClr val="tx1"/>
                </a:solidFill>
                <a:latin typeface="微软雅黑" panose="020B0503020204020204" pitchFamily="34" charset="-122"/>
                <a:ea typeface="微软雅黑" panose="020B0503020204020204" pitchFamily="34" charset="-122"/>
                <a:cs typeface="+mn-ea"/>
              </a:rPr>
              <a:t>41</a:t>
            </a:r>
            <a:r>
              <a:rPr kumimoji="1" lang="zh-CN" altLang="en-US" sz="1200" b="1" dirty="0">
                <a:solidFill>
                  <a:schemeClr val="tx1"/>
                </a:solidFill>
                <a:latin typeface="微软雅黑" panose="020B0503020204020204" pitchFamily="34" charset="-122"/>
                <a:ea typeface="微软雅黑" panose="020B0503020204020204" pitchFamily="34" charset="-122"/>
                <a:cs typeface="+mn-ea"/>
              </a:rPr>
              <a:t>个</a:t>
            </a:r>
            <a:r>
              <a:rPr kumimoji="1" lang="en-US" altLang="zh-CN" sz="1200" b="1" dirty="0">
                <a:solidFill>
                  <a:schemeClr val="tx1"/>
                </a:solidFill>
                <a:latin typeface="微软雅黑" panose="020B0503020204020204" pitchFamily="34" charset="-122"/>
                <a:ea typeface="微软雅黑" panose="020B0503020204020204" pitchFamily="34" charset="-122"/>
                <a:cs typeface="+mn-ea"/>
              </a:rPr>
              <a:t>，</a:t>
            </a:r>
            <a:r>
              <a:rPr kumimoji="1" lang="zh-CN" altLang="en-US" sz="1200" dirty="0">
                <a:solidFill>
                  <a:schemeClr val="tx1"/>
                </a:solidFill>
                <a:latin typeface="微软雅黑" panose="020B0503020204020204" pitchFamily="34" charset="-122"/>
                <a:ea typeface="微软雅黑" panose="020B0503020204020204" pitchFamily="34" charset="-122"/>
                <a:cs typeface="+mn-ea"/>
              </a:rPr>
              <a:t>国际项目</a:t>
            </a:r>
            <a:r>
              <a:rPr kumimoji="1" lang="en-US" altLang="zh-CN" sz="1200" b="1" dirty="0">
                <a:solidFill>
                  <a:schemeClr val="tx1"/>
                </a:solidFill>
                <a:latin typeface="微软雅黑" panose="020B0503020204020204" pitchFamily="34" charset="-122"/>
                <a:ea typeface="微软雅黑" panose="020B0503020204020204" pitchFamily="34" charset="-122"/>
                <a:cs typeface="+mn-ea"/>
              </a:rPr>
              <a:t>124</a:t>
            </a:r>
            <a:r>
              <a:rPr kumimoji="1" lang="zh-CN" altLang="en-US" sz="1200" b="1" dirty="0">
                <a:solidFill>
                  <a:schemeClr val="tx1"/>
                </a:solidFill>
                <a:latin typeface="微软雅黑" panose="020B0503020204020204" pitchFamily="34" charset="-122"/>
                <a:ea typeface="微软雅黑" panose="020B0503020204020204" pitchFamily="34" charset="-122"/>
                <a:cs typeface="+mn-ea"/>
              </a:rPr>
              <a:t>个</a:t>
            </a:r>
            <a:r>
              <a:rPr kumimoji="1" lang="en-US" altLang="zh-CN" sz="1200" b="1" dirty="0">
                <a:solidFill>
                  <a:schemeClr val="tx1"/>
                </a:solidFill>
                <a:latin typeface="微软雅黑" panose="020B0503020204020204" pitchFamily="34" charset="-122"/>
                <a:ea typeface="微软雅黑" panose="020B0503020204020204" pitchFamily="34" charset="-122"/>
                <a:cs typeface="+mn-ea"/>
              </a:rPr>
              <a:t>，</a:t>
            </a:r>
            <a:r>
              <a:rPr kumimoji="1" lang="zh-CN" altLang="en-US" sz="1200" dirty="0">
                <a:solidFill>
                  <a:schemeClr val="tx1"/>
                </a:solidFill>
                <a:latin typeface="微软雅黑" panose="020B0503020204020204" pitchFamily="34" charset="-122"/>
                <a:ea typeface="微软雅黑" panose="020B0503020204020204" pitchFamily="34" charset="-122"/>
                <a:cs typeface="+mn-ea"/>
              </a:rPr>
              <a:t>其中计算预警</a:t>
            </a:r>
            <a:r>
              <a:rPr kumimoji="1" lang="en-US" altLang="zh-CN" sz="1200" b="1" dirty="0">
                <a:solidFill>
                  <a:schemeClr val="tx1"/>
                </a:solidFill>
                <a:latin typeface="微软雅黑" panose="020B0503020204020204" pitchFamily="34" charset="-122"/>
                <a:ea typeface="微软雅黑" panose="020B0503020204020204" pitchFamily="34" charset="-122"/>
                <a:cs typeface="+mn-ea"/>
              </a:rPr>
              <a:t>903</a:t>
            </a:r>
            <a:r>
              <a:rPr kumimoji="1" lang="zh-CN" altLang="en-US" sz="1200" b="1" dirty="0">
                <a:solidFill>
                  <a:schemeClr val="tx1"/>
                </a:solidFill>
                <a:latin typeface="微软雅黑" panose="020B0503020204020204" pitchFamily="34" charset="-122"/>
                <a:ea typeface="微软雅黑" panose="020B0503020204020204" pitchFamily="34" charset="-122"/>
                <a:cs typeface="+mn-ea"/>
              </a:rPr>
              <a:t>条</a:t>
            </a:r>
            <a:r>
              <a:rPr kumimoji="1" lang="en-US" altLang="zh-CN" sz="1200" b="1" dirty="0">
                <a:solidFill>
                  <a:schemeClr val="tx1"/>
                </a:solidFill>
                <a:latin typeface="微软雅黑" panose="020B0503020204020204" pitchFamily="34" charset="-122"/>
                <a:ea typeface="微软雅黑" panose="020B0503020204020204" pitchFamily="34" charset="-122"/>
                <a:cs typeface="+mn-ea"/>
              </a:rPr>
              <a:t>，</a:t>
            </a:r>
            <a:r>
              <a:rPr kumimoji="1" lang="zh-CN" altLang="en-US" sz="1200" dirty="0">
                <a:solidFill>
                  <a:schemeClr val="tx1"/>
                </a:solidFill>
                <a:latin typeface="微软雅黑" panose="020B0503020204020204" pitchFamily="34" charset="-122"/>
                <a:ea typeface="微软雅黑" panose="020B0503020204020204" pitchFamily="34" charset="-122"/>
                <a:cs typeface="+mn-ea"/>
              </a:rPr>
              <a:t>发送现场预警</a:t>
            </a:r>
            <a:r>
              <a:rPr kumimoji="1" lang="en-US" altLang="zh-CN" sz="1200" b="1" dirty="0">
                <a:solidFill>
                  <a:schemeClr val="tx1"/>
                </a:solidFill>
                <a:latin typeface="微软雅黑" panose="020B0503020204020204" pitchFamily="34" charset="-122"/>
                <a:ea typeface="微软雅黑" panose="020B0503020204020204" pitchFamily="34" charset="-122"/>
                <a:cs typeface="+mn-ea"/>
              </a:rPr>
              <a:t>504</a:t>
            </a:r>
            <a:r>
              <a:rPr kumimoji="1" lang="zh-CN" altLang="en-US" sz="1200" b="1" dirty="0">
                <a:solidFill>
                  <a:schemeClr val="tx1"/>
                </a:solidFill>
                <a:latin typeface="微软雅黑" panose="020B0503020204020204" pitchFamily="34" charset="-122"/>
                <a:ea typeface="微软雅黑" panose="020B0503020204020204" pitchFamily="34" charset="-122"/>
                <a:cs typeface="+mn-ea"/>
              </a:rPr>
              <a:t>条</a:t>
            </a:r>
            <a:r>
              <a:rPr kumimoji="1" lang="en-US" altLang="zh-CN" sz="1200" b="1" dirty="0">
                <a:solidFill>
                  <a:schemeClr val="tx1"/>
                </a:solidFill>
                <a:latin typeface="微软雅黑" panose="020B0503020204020204" pitchFamily="34" charset="-122"/>
                <a:ea typeface="微软雅黑" panose="020B0503020204020204" pitchFamily="34" charset="-122"/>
                <a:cs typeface="+mn-ea"/>
              </a:rPr>
              <a:t>，</a:t>
            </a:r>
            <a:r>
              <a:rPr kumimoji="1" lang="zh-CN" altLang="en-US" sz="1200" dirty="0">
                <a:solidFill>
                  <a:schemeClr val="tx1"/>
                </a:solidFill>
                <a:latin typeface="微软雅黑" panose="020B0503020204020204" pitchFamily="34" charset="-122"/>
                <a:ea typeface="微软雅黑" panose="020B0503020204020204" pitchFamily="34" charset="-122"/>
                <a:cs typeface="+mn-ea"/>
              </a:rPr>
              <a:t>其中大风抗涡激预警共发送</a:t>
            </a:r>
            <a:r>
              <a:rPr kumimoji="1" lang="en-US" altLang="zh-CN" sz="1200" b="1" dirty="0">
                <a:solidFill>
                  <a:schemeClr val="tx1"/>
                </a:solidFill>
                <a:latin typeface="微软雅黑" panose="020B0503020204020204" pitchFamily="34" charset="-122"/>
                <a:ea typeface="微软雅黑" panose="020B0503020204020204" pitchFamily="34" charset="-122"/>
                <a:cs typeface="+mn-ea"/>
              </a:rPr>
              <a:t>74</a:t>
            </a:r>
            <a:r>
              <a:rPr kumimoji="1" lang="zh-CN" altLang="en-US" sz="1200" b="1" dirty="0">
                <a:solidFill>
                  <a:schemeClr val="tx1"/>
                </a:solidFill>
                <a:latin typeface="微软雅黑" panose="020B0503020204020204" pitchFamily="34" charset="-122"/>
                <a:ea typeface="微软雅黑" panose="020B0503020204020204" pitchFamily="34" charset="-122"/>
                <a:cs typeface="+mn-ea"/>
              </a:rPr>
              <a:t>条</a:t>
            </a:r>
            <a:endParaRPr kumimoji="1" lang="en-US" altLang="zh-CN" sz="1200" b="1" dirty="0">
              <a:solidFill>
                <a:schemeClr val="tx1"/>
              </a:solidFill>
              <a:latin typeface="微软雅黑" panose="020B0503020204020204" pitchFamily="34" charset="-122"/>
              <a:ea typeface="微软雅黑" panose="020B0503020204020204" pitchFamily="34" charset="-122"/>
              <a:cs typeface="+mn-ea"/>
            </a:endParaRPr>
          </a:p>
          <a:p>
            <a:pPr marL="285750" lvl="0" indent="-285750" eaLnBrk="0" fontAlgn="base" hangingPunct="0">
              <a:lnSpc>
                <a:spcPct val="150000"/>
              </a:lnSpc>
              <a:spcAft>
                <a:spcPct val="0"/>
              </a:spcAft>
              <a:buFont typeface="Wingdings" panose="05000000000000000000" pitchFamily="2" charset="2"/>
              <a:buChar char="Ø"/>
              <a:defRPr/>
            </a:pPr>
            <a:r>
              <a:rPr kumimoji="1" lang="zh-CN" altLang="en-US" sz="1200" b="1" dirty="0">
                <a:solidFill>
                  <a:schemeClr val="tx1"/>
                </a:solidFill>
                <a:latin typeface="微软雅黑" panose="020B0503020204020204" pitchFamily="34" charset="-122"/>
                <a:ea typeface="微软雅黑" panose="020B0503020204020204" pitchFamily="34" charset="-122"/>
                <a:cs typeface="+mn-ea"/>
              </a:rPr>
              <a:t>运维情况</a:t>
            </a:r>
            <a:r>
              <a:rPr kumimoji="1" lang="en-US" altLang="zh-CN" sz="1200" b="1" dirty="0">
                <a:solidFill>
                  <a:schemeClr val="tx1"/>
                </a:solidFill>
                <a:latin typeface="微软雅黑" panose="020B0503020204020204" pitchFamily="34" charset="-122"/>
                <a:ea typeface="微软雅黑" panose="020B0503020204020204" pitchFamily="34" charset="-122"/>
                <a:cs typeface="+mn-ea"/>
              </a:rPr>
              <a:t>：</a:t>
            </a:r>
            <a:r>
              <a:rPr kumimoji="1" lang="en-US" altLang="zh-CN" sz="1200" dirty="0">
                <a:solidFill>
                  <a:schemeClr val="tx1"/>
                </a:solidFill>
                <a:latin typeface="微软雅黑" panose="020B0503020204020204" pitchFamily="34" charset="-122"/>
                <a:ea typeface="微软雅黑" panose="020B0503020204020204" pitchFamily="34" charset="-122"/>
                <a:cs typeface="+mn-ea"/>
              </a:rPr>
              <a:t>2026</a:t>
            </a:r>
            <a:r>
              <a:rPr kumimoji="1" lang="zh-CN" altLang="en-US" sz="1200" dirty="0">
                <a:solidFill>
                  <a:schemeClr val="tx1"/>
                </a:solidFill>
                <a:latin typeface="微软雅黑" panose="020B0503020204020204" pitchFamily="34" charset="-122"/>
                <a:ea typeface="微软雅黑" panose="020B0503020204020204" pitchFamily="34" charset="-122"/>
                <a:cs typeface="+mn-ea"/>
              </a:rPr>
              <a:t>年一季度</a:t>
            </a:r>
            <a:r>
              <a:rPr kumimoji="1" lang="zh-CN" altLang="en-US" sz="1200" b="1" dirty="0">
                <a:solidFill>
                  <a:schemeClr val="tx1"/>
                </a:solidFill>
                <a:latin typeface="微软雅黑" panose="020B0503020204020204" pitchFamily="34" charset="-122"/>
                <a:ea typeface="微软雅黑" panose="020B0503020204020204" pitchFamily="34" charset="-122"/>
                <a:cs typeface="+mn-ea"/>
              </a:rPr>
              <a:t>迭代</a:t>
            </a:r>
            <a:r>
              <a:rPr kumimoji="1" lang="en-US" altLang="zh-CN" sz="1200" b="1" dirty="0">
                <a:solidFill>
                  <a:schemeClr val="tx1"/>
                </a:solidFill>
                <a:latin typeface="微软雅黑" panose="020B0503020204020204" pitchFamily="34" charset="-122"/>
                <a:ea typeface="微软雅黑" panose="020B0503020204020204" pitchFamily="34" charset="-122"/>
                <a:cs typeface="+mn-ea"/>
              </a:rPr>
              <a:t>2</a:t>
            </a:r>
            <a:r>
              <a:rPr kumimoji="1" lang="zh-CN" altLang="en-US" sz="1200" b="1" dirty="0">
                <a:solidFill>
                  <a:schemeClr val="tx1"/>
                </a:solidFill>
                <a:latin typeface="微软雅黑" panose="020B0503020204020204" pitchFamily="34" charset="-122"/>
                <a:ea typeface="微软雅黑" panose="020B0503020204020204" pitchFamily="34" charset="-122"/>
                <a:cs typeface="+mn-ea"/>
              </a:rPr>
              <a:t>次</a:t>
            </a:r>
            <a:r>
              <a:rPr kumimoji="1" lang="en-US" altLang="zh-CN" sz="1200" b="1" dirty="0">
                <a:solidFill>
                  <a:schemeClr val="tx1"/>
                </a:solidFill>
                <a:latin typeface="微软雅黑" panose="020B0503020204020204" pitchFamily="34" charset="-122"/>
                <a:ea typeface="微软雅黑" panose="020B0503020204020204" pitchFamily="34" charset="-122"/>
                <a:cs typeface="+mn-ea"/>
              </a:rPr>
              <a:t>，</a:t>
            </a:r>
            <a:r>
              <a:rPr kumimoji="1" lang="zh-CN" altLang="en-US" sz="1200" dirty="0">
                <a:solidFill>
                  <a:schemeClr val="tx1"/>
                </a:solidFill>
                <a:latin typeface="微软雅黑" panose="020B0503020204020204" pitchFamily="34" charset="-122"/>
                <a:ea typeface="微软雅黑" panose="020B0503020204020204" pitchFamily="34" charset="-122"/>
                <a:cs typeface="+mn-ea"/>
              </a:rPr>
              <a:t>共上线</a:t>
            </a:r>
            <a:r>
              <a:rPr kumimoji="1" lang="en-US" altLang="zh-CN" sz="1200" dirty="0">
                <a:solidFill>
                  <a:schemeClr val="tx1"/>
                </a:solidFill>
                <a:latin typeface="微软雅黑" panose="020B0503020204020204" pitchFamily="34" charset="-122"/>
                <a:ea typeface="微软雅黑" panose="020B0503020204020204" pitchFamily="34" charset="-122"/>
                <a:cs typeface="+mn-ea"/>
              </a:rPr>
              <a:t>7</a:t>
            </a:r>
            <a:r>
              <a:rPr kumimoji="1" lang="zh-CN" altLang="en-US" sz="1200" b="1" dirty="0">
                <a:solidFill>
                  <a:schemeClr val="tx1"/>
                </a:solidFill>
                <a:latin typeface="微软雅黑" panose="020B0503020204020204" pitchFamily="34" charset="-122"/>
                <a:ea typeface="微软雅黑" panose="020B0503020204020204" pitchFamily="34" charset="-122"/>
                <a:cs typeface="+mn-ea"/>
              </a:rPr>
              <a:t>项</a:t>
            </a:r>
            <a:r>
              <a:rPr kumimoji="1" lang="zh-CN" altLang="en-US" sz="1200" dirty="0">
                <a:solidFill>
                  <a:schemeClr val="tx1"/>
                </a:solidFill>
                <a:latin typeface="微软雅黑" panose="020B0503020204020204" pitchFamily="34" charset="-122"/>
                <a:ea typeface="微软雅黑" panose="020B0503020204020204" pitchFamily="34" charset="-122"/>
                <a:cs typeface="+mn-ea"/>
              </a:rPr>
              <a:t>需求</a:t>
            </a:r>
            <a:r>
              <a:rPr kumimoji="1" lang="en-US" altLang="zh-CN" sz="1200" dirty="0">
                <a:solidFill>
                  <a:schemeClr val="tx1"/>
                </a:solidFill>
                <a:latin typeface="微软雅黑" panose="020B0503020204020204" pitchFamily="34" charset="-122"/>
                <a:ea typeface="微软雅黑" panose="020B0503020204020204" pitchFamily="34" charset="-122"/>
                <a:cs typeface="+mn-ea"/>
              </a:rPr>
              <a:t>，</a:t>
            </a:r>
            <a:r>
              <a:rPr kumimoji="1" lang="zh-CN" altLang="en-US" sz="1200" dirty="0">
                <a:solidFill>
                  <a:schemeClr val="tx1"/>
                </a:solidFill>
                <a:latin typeface="微软雅黑" panose="020B0503020204020204" pitchFamily="34" charset="-122"/>
                <a:ea typeface="微软雅黑" panose="020B0503020204020204" pitchFamily="34" charset="-122"/>
                <a:cs typeface="+mn-ea"/>
              </a:rPr>
              <a:t>其中优化需求</a:t>
            </a:r>
            <a:r>
              <a:rPr kumimoji="1" lang="en-US" altLang="zh-CN" sz="1200" dirty="0">
                <a:solidFill>
                  <a:schemeClr val="tx1"/>
                </a:solidFill>
                <a:latin typeface="微软雅黑" panose="020B0503020204020204" pitchFamily="34" charset="-122"/>
                <a:ea typeface="微软雅黑" panose="020B0503020204020204" pitchFamily="34" charset="-122"/>
                <a:cs typeface="+mn-ea"/>
              </a:rPr>
              <a:t>4</a:t>
            </a:r>
            <a:r>
              <a:rPr kumimoji="1" lang="zh-CN" altLang="en-US" sz="1200" b="1" dirty="0">
                <a:solidFill>
                  <a:schemeClr val="tx1"/>
                </a:solidFill>
                <a:latin typeface="微软雅黑" panose="020B0503020204020204" pitchFamily="34" charset="-122"/>
                <a:ea typeface="微软雅黑" panose="020B0503020204020204" pitchFamily="34" charset="-122"/>
                <a:cs typeface="+mn-ea"/>
              </a:rPr>
              <a:t>项</a:t>
            </a:r>
            <a:r>
              <a:rPr kumimoji="1" lang="en-US" altLang="zh-CN" sz="1200" b="1" dirty="0">
                <a:solidFill>
                  <a:schemeClr val="tx1"/>
                </a:solidFill>
                <a:latin typeface="微软雅黑" panose="020B0503020204020204" pitchFamily="34" charset="-122"/>
                <a:ea typeface="微软雅黑" panose="020B0503020204020204" pitchFamily="34" charset="-122"/>
                <a:cs typeface="+mn-ea"/>
              </a:rPr>
              <a:t>，</a:t>
            </a:r>
            <a:r>
              <a:rPr kumimoji="1" lang="zh-CN" altLang="en-US" sz="1200" b="1" dirty="0">
                <a:solidFill>
                  <a:schemeClr val="tx1"/>
                </a:solidFill>
                <a:latin typeface="微软雅黑" panose="020B0503020204020204" pitchFamily="34" charset="-122"/>
                <a:ea typeface="微软雅黑" panose="020B0503020204020204" pitchFamily="34" charset="-122"/>
                <a:cs typeface="+mn-ea"/>
              </a:rPr>
              <a:t>生产运维需求</a:t>
            </a:r>
            <a:r>
              <a:rPr kumimoji="1" lang="en-US" altLang="zh-CN" sz="1200" b="1" dirty="0">
                <a:solidFill>
                  <a:schemeClr val="tx1"/>
                </a:solidFill>
                <a:latin typeface="微软雅黑" panose="020B0503020204020204" pitchFamily="34" charset="-122"/>
                <a:ea typeface="微软雅黑" panose="020B0503020204020204" pitchFamily="34" charset="-122"/>
                <a:cs typeface="+mn-ea"/>
              </a:rPr>
              <a:t>3</a:t>
            </a:r>
            <a:r>
              <a:rPr kumimoji="1" lang="zh-CN" altLang="en-US" sz="1200" b="1" dirty="0">
                <a:solidFill>
                  <a:schemeClr val="tx1"/>
                </a:solidFill>
                <a:latin typeface="微软雅黑" panose="020B0503020204020204" pitchFamily="34" charset="-122"/>
                <a:ea typeface="微软雅黑" panose="020B0503020204020204" pitchFamily="34" charset="-122"/>
                <a:cs typeface="+mn-ea"/>
              </a:rPr>
              <a:t>项</a:t>
            </a:r>
            <a:r>
              <a:rPr kumimoji="1" lang="en-US" altLang="zh-CN" sz="1200" b="1" dirty="0">
                <a:solidFill>
                  <a:schemeClr val="tx1"/>
                </a:solidFill>
                <a:latin typeface="微软雅黑" panose="020B0503020204020204" pitchFamily="34" charset="-122"/>
                <a:ea typeface="微软雅黑" panose="020B0503020204020204" pitchFamily="34" charset="-122"/>
                <a:cs typeface="+mn-ea"/>
              </a:rPr>
              <a:t>，</a:t>
            </a:r>
            <a:r>
              <a:rPr kumimoji="1" lang="zh-CN" altLang="en-US" sz="1200" dirty="0">
                <a:solidFill>
                  <a:schemeClr val="tx1"/>
                </a:solidFill>
                <a:latin typeface="微软雅黑" panose="020B0503020204020204" pitchFamily="34" charset="-122"/>
                <a:ea typeface="微软雅黑" panose="020B0503020204020204" pitchFamily="34" charset="-122"/>
                <a:cs typeface="+mn-ea"/>
              </a:rPr>
              <a:t>数据来源</a:t>
            </a:r>
            <a:r>
              <a:rPr kumimoji="1" lang="en-US" altLang="zh-CN" sz="1200" dirty="0">
                <a:solidFill>
                  <a:schemeClr val="tx1"/>
                </a:solidFill>
                <a:latin typeface="微软雅黑" panose="020B0503020204020204" pitchFamily="34" charset="-122"/>
                <a:ea typeface="微软雅黑" panose="020B0503020204020204" pitchFamily="34" charset="-122"/>
                <a:cs typeface="+mn-ea"/>
              </a:rPr>
              <a:t>worktile</a:t>
            </a:r>
            <a:r>
              <a:rPr kumimoji="1" lang="en-US" altLang="zh-CN" sz="1200" b="1" dirty="0">
                <a:solidFill>
                  <a:schemeClr val="tx1"/>
                </a:solidFill>
                <a:latin typeface="微软雅黑" panose="020B0503020204020204" pitchFamily="34" charset="-122"/>
                <a:ea typeface="微软雅黑" panose="020B0503020204020204" pitchFamily="34" charset="-122"/>
                <a:cs typeface="+mn-ea"/>
              </a:rPr>
              <a:t>。</a:t>
            </a:r>
            <a:endParaRPr kumimoji="1" lang="en-US" altLang="zh-CN" sz="1200" b="1" dirty="0">
              <a:solidFill>
                <a:schemeClr val="tx1"/>
              </a:solidFill>
              <a:latin typeface="微软雅黑" panose="020B0503020204020204" pitchFamily="34" charset="-122"/>
              <a:ea typeface="微软雅黑" panose="020B0503020204020204" pitchFamily="34" charset="-122"/>
              <a:cs typeface="+mn-ea"/>
            </a:endParaRPr>
          </a:p>
          <a:p>
            <a:pPr marL="285750" lvl="0" indent="-285750" eaLnBrk="0" fontAlgn="base" hangingPunct="0">
              <a:lnSpc>
                <a:spcPct val="150000"/>
              </a:lnSpc>
              <a:spcAft>
                <a:spcPct val="0"/>
              </a:spcAft>
              <a:buFont typeface="Wingdings" panose="05000000000000000000" pitchFamily="2" charset="2"/>
              <a:buChar char="Ø"/>
              <a:defRPr/>
            </a:pPr>
            <a:r>
              <a:rPr kumimoji="1" lang="zh-CN" altLang="en-US" sz="1200" b="1" dirty="0">
                <a:solidFill>
                  <a:schemeClr val="tx1"/>
                </a:solidFill>
                <a:latin typeface="微软雅黑" panose="020B0503020204020204" pitchFamily="34" charset="-122"/>
                <a:ea typeface="微软雅黑" panose="020B0503020204020204" pitchFamily="34" charset="-122"/>
                <a:cs typeface="+mn-ea"/>
              </a:rPr>
              <a:t>重构情况</a:t>
            </a:r>
            <a:r>
              <a:rPr kumimoji="1" lang="en-US" altLang="zh-CN" sz="1200" b="1" dirty="0">
                <a:solidFill>
                  <a:schemeClr val="tx1"/>
                </a:solidFill>
                <a:latin typeface="微软雅黑" panose="020B0503020204020204" pitchFamily="34" charset="-122"/>
                <a:ea typeface="微软雅黑" panose="020B0503020204020204" pitchFamily="34" charset="-122"/>
                <a:cs typeface="+mn-ea"/>
              </a:rPr>
              <a:t>：</a:t>
            </a:r>
            <a:r>
              <a:rPr kumimoji="1" lang="zh-CN" altLang="en-US" sz="1200" b="1" dirty="0">
                <a:solidFill>
                  <a:schemeClr val="tx1"/>
                </a:solidFill>
                <a:latin typeface="微软雅黑" panose="020B0503020204020204" pitchFamily="34" charset="-122"/>
                <a:ea typeface="微软雅黑" panose="020B0503020204020204" pitchFamily="34" charset="-122"/>
                <a:cs typeface="+mn-ea"/>
              </a:rPr>
              <a:t>现有发送方式</a:t>
            </a:r>
            <a:r>
              <a:rPr kumimoji="1" lang="en-US" altLang="zh-CN" sz="1200" b="1" dirty="0">
                <a:solidFill>
                  <a:schemeClr val="tx1"/>
                </a:solidFill>
                <a:latin typeface="微软雅黑" panose="020B0503020204020204" pitchFamily="34" charset="-122"/>
                <a:ea typeface="微软雅黑" panose="020B0503020204020204" pitchFamily="34" charset="-122"/>
                <a:cs typeface="+mn-ea"/>
              </a:rPr>
              <a:t>、</a:t>
            </a:r>
            <a:r>
              <a:rPr kumimoji="1" lang="zh-CN" altLang="en-US" sz="1200" b="1" dirty="0">
                <a:solidFill>
                  <a:schemeClr val="tx1"/>
                </a:solidFill>
                <a:latin typeface="微软雅黑" panose="020B0503020204020204" pitchFamily="34" charset="-122"/>
                <a:ea typeface="微软雅黑" panose="020B0503020204020204" pitchFamily="34" charset="-122"/>
                <a:cs typeface="+mn-ea"/>
              </a:rPr>
              <a:t>阈</a:t>
            </a:r>
            <a:r>
              <a:rPr kumimoji="1" lang="zh-CN" altLang="en-US" sz="1200" dirty="0">
                <a:solidFill>
                  <a:schemeClr val="tx1"/>
                </a:solidFill>
                <a:latin typeface="微软雅黑" panose="020B0503020204020204" pitchFamily="34" charset="-122"/>
                <a:ea typeface="微软雅黑" panose="020B0503020204020204" pitchFamily="34" charset="-122"/>
                <a:cs typeface="+mn-ea"/>
              </a:rPr>
              <a:t>值逻辑</a:t>
            </a:r>
            <a:r>
              <a:rPr kumimoji="1" lang="en-US" altLang="zh-CN" sz="1200" dirty="0">
                <a:solidFill>
                  <a:schemeClr val="tx1"/>
                </a:solidFill>
                <a:latin typeface="微软雅黑" panose="020B0503020204020204" pitchFamily="34" charset="-122"/>
                <a:ea typeface="微软雅黑" panose="020B0503020204020204" pitchFamily="34" charset="-122"/>
                <a:cs typeface="+mn-ea"/>
              </a:rPr>
              <a:t>、</a:t>
            </a:r>
            <a:r>
              <a:rPr kumimoji="1" lang="zh-CN" altLang="en-US" sz="1200" dirty="0">
                <a:solidFill>
                  <a:schemeClr val="tx1"/>
                </a:solidFill>
                <a:latin typeface="微软雅黑" panose="020B0503020204020204" pitchFamily="34" charset="-122"/>
                <a:ea typeface="微软雅黑" panose="020B0503020204020204" pitchFamily="34" charset="-122"/>
                <a:cs typeface="+mn-ea"/>
              </a:rPr>
              <a:t>日志管理无法满足业务需求</a:t>
            </a:r>
            <a:r>
              <a:rPr kumimoji="1" lang="en-US" altLang="zh-CN" sz="1200" dirty="0">
                <a:solidFill>
                  <a:schemeClr val="tx1"/>
                </a:solidFill>
                <a:latin typeface="微软雅黑" panose="020B0503020204020204" pitchFamily="34" charset="-122"/>
                <a:ea typeface="微软雅黑" panose="020B0503020204020204" pitchFamily="34" charset="-122"/>
                <a:cs typeface="+mn-ea"/>
              </a:rPr>
              <a:t>，</a:t>
            </a:r>
            <a:r>
              <a:rPr kumimoji="1" lang="zh-CN" altLang="en-US" sz="1200" dirty="0">
                <a:solidFill>
                  <a:schemeClr val="tx1"/>
                </a:solidFill>
                <a:latin typeface="微软雅黑" panose="020B0503020204020204" pitchFamily="34" charset="-122"/>
                <a:ea typeface="微软雅黑" panose="020B0503020204020204" pitchFamily="34" charset="-122"/>
                <a:cs typeface="+mn-ea"/>
              </a:rPr>
              <a:t>在第一季度启动重构计划</a:t>
            </a:r>
            <a:r>
              <a:rPr kumimoji="1" lang="en-US" altLang="zh-CN" sz="1200" dirty="0">
                <a:solidFill>
                  <a:schemeClr val="tx1"/>
                </a:solidFill>
                <a:latin typeface="微软雅黑" panose="020B0503020204020204" pitchFamily="34" charset="-122"/>
                <a:ea typeface="微软雅黑" panose="020B0503020204020204" pitchFamily="34" charset="-122"/>
                <a:cs typeface="+mn-ea"/>
              </a:rPr>
              <a:t>，</a:t>
            </a:r>
            <a:r>
              <a:rPr kumimoji="1" lang="zh-CN" altLang="en-US" sz="1200" dirty="0">
                <a:solidFill>
                  <a:schemeClr val="tx1"/>
                </a:solidFill>
                <a:latin typeface="微软雅黑" panose="020B0503020204020204" pitchFamily="34" charset="-122"/>
                <a:ea typeface="微软雅黑" panose="020B0503020204020204" pitchFamily="34" charset="-122"/>
                <a:cs typeface="+mn-ea"/>
              </a:rPr>
              <a:t>重构进度中产品设计原型完成</a:t>
            </a:r>
            <a:r>
              <a:rPr kumimoji="1" lang="en-US" altLang="zh-CN" sz="1200" b="1" dirty="0">
                <a:solidFill>
                  <a:schemeClr val="tx1"/>
                </a:solidFill>
                <a:latin typeface="微软雅黑" panose="020B0503020204020204" pitchFamily="34" charset="-122"/>
                <a:ea typeface="微软雅黑" panose="020B0503020204020204" pitchFamily="34" charset="-122"/>
                <a:cs typeface="+mn-ea"/>
              </a:rPr>
              <a:t>100%，</a:t>
            </a:r>
            <a:r>
              <a:rPr kumimoji="1" lang="zh-CN" altLang="en-US" sz="1200" dirty="0">
                <a:solidFill>
                  <a:schemeClr val="tx1"/>
                </a:solidFill>
                <a:latin typeface="微软雅黑" panose="020B0503020204020204" pitchFamily="34" charset="-122"/>
                <a:ea typeface="微软雅黑" panose="020B0503020204020204" pitchFamily="34" charset="-122"/>
                <a:cs typeface="+mn-ea"/>
              </a:rPr>
              <a:t>系统开发设计方案完成</a:t>
            </a:r>
            <a:r>
              <a:rPr kumimoji="1" lang="en-US" altLang="zh-CN" sz="1200" b="1" dirty="0">
                <a:solidFill>
                  <a:schemeClr val="tx1"/>
                </a:solidFill>
                <a:latin typeface="微软雅黑" panose="020B0503020204020204" pitchFamily="34" charset="-122"/>
                <a:ea typeface="微软雅黑" panose="020B0503020204020204" pitchFamily="34" charset="-122"/>
                <a:cs typeface="+mn-ea"/>
              </a:rPr>
              <a:t>100%、</a:t>
            </a:r>
            <a:r>
              <a:rPr kumimoji="1" lang="zh-CN" altLang="en-US" sz="1200" dirty="0">
                <a:solidFill>
                  <a:schemeClr val="tx1"/>
                </a:solidFill>
                <a:latin typeface="微软雅黑" panose="020B0503020204020204" pitchFamily="34" charset="-122"/>
                <a:ea typeface="微软雅黑" panose="020B0503020204020204" pitchFamily="34" charset="-122"/>
                <a:cs typeface="+mn-ea"/>
              </a:rPr>
              <a:t>产品需求文档</a:t>
            </a:r>
            <a:r>
              <a:rPr kumimoji="1" lang="en-US" altLang="zh-CN" sz="1200" b="1" dirty="0">
                <a:solidFill>
                  <a:schemeClr val="tx1"/>
                </a:solidFill>
                <a:latin typeface="微软雅黑" panose="020B0503020204020204" pitchFamily="34" charset="-122"/>
                <a:ea typeface="微软雅黑" panose="020B0503020204020204" pitchFamily="34" charset="-122"/>
                <a:cs typeface="+mn-ea"/>
              </a:rPr>
              <a:t>30%、</a:t>
            </a:r>
            <a:r>
              <a:rPr kumimoji="1" lang="zh-CN" altLang="en-US" sz="1200" dirty="0">
                <a:solidFill>
                  <a:schemeClr val="tx1"/>
                </a:solidFill>
                <a:latin typeface="微软雅黑" panose="020B0503020204020204" pitchFamily="34" charset="-122"/>
                <a:ea typeface="微软雅黑" panose="020B0503020204020204" pitchFamily="34" charset="-122"/>
                <a:cs typeface="+mn-ea"/>
              </a:rPr>
              <a:t>预警算法对接</a:t>
            </a:r>
            <a:r>
              <a:rPr kumimoji="1" lang="en-US" altLang="zh-CN" sz="1200" b="1" dirty="0">
                <a:solidFill>
                  <a:schemeClr val="tx1"/>
                </a:solidFill>
                <a:latin typeface="微软雅黑" panose="020B0503020204020204" pitchFamily="34" charset="-122"/>
                <a:ea typeface="微软雅黑" panose="020B0503020204020204" pitchFamily="34" charset="-122"/>
                <a:cs typeface="+mn-ea"/>
              </a:rPr>
              <a:t>10%、</a:t>
            </a:r>
            <a:r>
              <a:rPr kumimoji="1" lang="zh-CN" altLang="en-US" sz="1200" dirty="0">
                <a:solidFill>
                  <a:schemeClr val="tx1"/>
                </a:solidFill>
                <a:latin typeface="微软雅黑" panose="020B0503020204020204" pitchFamily="34" charset="-122"/>
                <a:ea typeface="微软雅黑" panose="020B0503020204020204" pitchFamily="34" charset="-122"/>
                <a:cs typeface="+mn-ea"/>
              </a:rPr>
              <a:t>开发进度</a:t>
            </a:r>
            <a:r>
              <a:rPr kumimoji="1" lang="en-US" altLang="zh-CN" sz="1200" b="1" dirty="0">
                <a:solidFill>
                  <a:schemeClr val="tx1"/>
                </a:solidFill>
                <a:latin typeface="微软雅黑" panose="020B0503020204020204" pitchFamily="34" charset="-122"/>
                <a:ea typeface="微软雅黑" panose="020B0503020204020204" pitchFamily="34" charset="-122"/>
                <a:cs typeface="+mn-ea"/>
              </a:rPr>
              <a:t>0%。</a:t>
            </a:r>
            <a:endParaRPr kumimoji="1" lang="en-US" altLang="zh-CN" sz="1200" b="1" dirty="0">
              <a:solidFill>
                <a:schemeClr val="tx1"/>
              </a:solidFill>
              <a:latin typeface="微软雅黑" panose="020B0503020204020204" pitchFamily="34" charset="-122"/>
              <a:ea typeface="微软雅黑" panose="020B0503020204020204" pitchFamily="34" charset="-122"/>
              <a:cs typeface="+mn-ea"/>
            </a:endParaRPr>
          </a:p>
          <a:p>
            <a:pPr marL="285750" lvl="0" indent="-285750" eaLnBrk="0" fontAlgn="base" hangingPunct="0">
              <a:lnSpc>
                <a:spcPct val="150000"/>
              </a:lnSpc>
              <a:spcAft>
                <a:spcPct val="0"/>
              </a:spcAft>
              <a:buFont typeface="Wingdings" panose="05000000000000000000" pitchFamily="2" charset="2"/>
              <a:buChar char="Ø"/>
              <a:defRPr/>
            </a:pPr>
            <a:r>
              <a:rPr kumimoji="1" lang="zh-CN" altLang="en-US" sz="1200" b="1" dirty="0">
                <a:solidFill>
                  <a:schemeClr val="tx1"/>
                </a:solidFill>
                <a:latin typeface="微软雅黑" panose="020B0503020204020204" pitchFamily="34" charset="-122"/>
                <a:ea typeface="微软雅黑" panose="020B0503020204020204" pitchFamily="34" charset="-122"/>
                <a:cs typeface="+mn-ea"/>
              </a:rPr>
              <a:t>重构人员</a:t>
            </a:r>
            <a:r>
              <a:rPr kumimoji="1" lang="en-US" altLang="zh-CN" sz="1200" b="1" dirty="0">
                <a:solidFill>
                  <a:schemeClr val="tx1"/>
                </a:solidFill>
                <a:latin typeface="微软雅黑" panose="020B0503020204020204" pitchFamily="34" charset="-122"/>
                <a:ea typeface="微软雅黑" panose="020B0503020204020204" pitchFamily="34" charset="-122"/>
                <a:cs typeface="+mn-ea"/>
              </a:rPr>
              <a:t>：</a:t>
            </a:r>
            <a:r>
              <a:rPr kumimoji="1" lang="zh-CN" altLang="en-US" sz="1200" b="1" dirty="0">
                <a:solidFill>
                  <a:schemeClr val="tx1"/>
                </a:solidFill>
                <a:latin typeface="微软雅黑" panose="020B0503020204020204" pitchFamily="34" charset="-122"/>
                <a:ea typeface="微软雅黑" panose="020B0503020204020204" pitchFamily="34" charset="-122"/>
                <a:cs typeface="+mn-ea"/>
              </a:rPr>
              <a:t>产品王晨旭</a:t>
            </a:r>
            <a:r>
              <a:rPr kumimoji="1" lang="en-US" altLang="zh-CN" sz="1200" b="1" dirty="0">
                <a:solidFill>
                  <a:schemeClr val="tx1"/>
                </a:solidFill>
                <a:latin typeface="微软雅黑" panose="020B0503020204020204" pitchFamily="34" charset="-122"/>
                <a:ea typeface="微软雅黑" panose="020B0503020204020204" pitchFamily="34" charset="-122"/>
                <a:cs typeface="+mn-ea"/>
              </a:rPr>
              <a:t>、</a:t>
            </a:r>
            <a:r>
              <a:rPr kumimoji="1" lang="zh-CN" altLang="en-US" sz="1200" b="1" dirty="0">
                <a:solidFill>
                  <a:schemeClr val="tx1"/>
                </a:solidFill>
                <a:latin typeface="微软雅黑" panose="020B0503020204020204" pitchFamily="34" charset="-122"/>
                <a:ea typeface="微软雅黑" panose="020B0503020204020204" pitchFamily="34" charset="-122"/>
                <a:cs typeface="+mn-ea"/>
              </a:rPr>
              <a:t>主程赵大众</a:t>
            </a:r>
            <a:r>
              <a:rPr kumimoji="1" lang="en-US" altLang="zh-CN" sz="1200" b="1" dirty="0">
                <a:solidFill>
                  <a:schemeClr val="tx1"/>
                </a:solidFill>
                <a:latin typeface="微软雅黑" panose="020B0503020204020204" pitchFamily="34" charset="-122"/>
                <a:ea typeface="微软雅黑" panose="020B0503020204020204" pitchFamily="34" charset="-122"/>
                <a:cs typeface="+mn-ea"/>
              </a:rPr>
              <a:t>、</a:t>
            </a:r>
            <a:r>
              <a:rPr kumimoji="1" lang="zh-CN" altLang="en-US" sz="1200" b="1" dirty="0">
                <a:solidFill>
                  <a:schemeClr val="tx1"/>
                </a:solidFill>
                <a:latin typeface="微软雅黑" panose="020B0503020204020204" pitchFamily="34" charset="-122"/>
                <a:ea typeface="微软雅黑" panose="020B0503020204020204" pitchFamily="34" charset="-122"/>
                <a:cs typeface="+mn-ea"/>
              </a:rPr>
              <a:t>算法集成郝兴森</a:t>
            </a:r>
            <a:r>
              <a:rPr kumimoji="1" lang="en-US" altLang="zh-CN" sz="1200" b="1" dirty="0">
                <a:solidFill>
                  <a:schemeClr val="tx1"/>
                </a:solidFill>
                <a:latin typeface="微软雅黑" panose="020B0503020204020204" pitchFamily="34" charset="-122"/>
                <a:ea typeface="微软雅黑" panose="020B0503020204020204" pitchFamily="34" charset="-122"/>
                <a:cs typeface="+mn-ea"/>
              </a:rPr>
              <a:t>、</a:t>
            </a:r>
            <a:r>
              <a:rPr kumimoji="1" lang="zh-CN" altLang="en-US" sz="1200" b="1" dirty="0">
                <a:solidFill>
                  <a:schemeClr val="tx1"/>
                </a:solidFill>
                <a:latin typeface="微软雅黑" panose="020B0503020204020204" pitchFamily="34" charset="-122"/>
                <a:ea typeface="微软雅黑" panose="020B0503020204020204" pitchFamily="34" charset="-122"/>
                <a:cs typeface="+mn-ea"/>
              </a:rPr>
              <a:t>开发贾文泽</a:t>
            </a:r>
            <a:r>
              <a:rPr kumimoji="1" lang="en-US" altLang="zh-CN" sz="1200" b="1" dirty="0">
                <a:solidFill>
                  <a:schemeClr val="tx1"/>
                </a:solidFill>
                <a:latin typeface="微软雅黑" panose="020B0503020204020204" pitchFamily="34" charset="-122"/>
                <a:ea typeface="微软雅黑" panose="020B0503020204020204" pitchFamily="34" charset="-122"/>
                <a:cs typeface="+mn-ea"/>
              </a:rPr>
              <a:t>、</a:t>
            </a:r>
            <a:r>
              <a:rPr kumimoji="1" lang="zh-CN" altLang="en-US" sz="1200" b="1" dirty="0">
                <a:solidFill>
                  <a:schemeClr val="tx1"/>
                </a:solidFill>
                <a:latin typeface="微软雅黑" panose="020B0503020204020204" pitchFamily="34" charset="-122"/>
                <a:ea typeface="微软雅黑" panose="020B0503020204020204" pitchFamily="34" charset="-122"/>
                <a:cs typeface="+mn-ea"/>
              </a:rPr>
              <a:t>测试刘瑞</a:t>
            </a:r>
            <a:r>
              <a:rPr kumimoji="1" lang="zh-CN" altLang="en-US" sz="1200" b="1" dirty="0">
                <a:solidFill>
                  <a:schemeClr val="tx1"/>
                </a:solidFill>
                <a:latin typeface="微软雅黑" panose="020B0503020204020204" pitchFamily="34" charset="-122"/>
                <a:ea typeface="微软雅黑" panose="020B0503020204020204" pitchFamily="34" charset="-122"/>
                <a:cs typeface="+mn-ea"/>
              </a:rPr>
              <a:t>朋</a:t>
            </a:r>
            <a:endParaRPr kumimoji="1" lang="zh-CN" altLang="en-US" sz="1200" b="1" dirty="0">
              <a:solidFill>
                <a:schemeClr val="tx1"/>
              </a:solidFill>
              <a:latin typeface="微软雅黑" panose="020B0503020204020204" pitchFamily="34" charset="-122"/>
              <a:ea typeface="微软雅黑" panose="020B0503020204020204" pitchFamily="34" charset="-122"/>
              <a:cs typeface="+mn-ea"/>
            </a:endParaRPr>
          </a:p>
          <a:p>
            <a:pPr marL="285750" lvl="0" indent="-285750" eaLnBrk="0" fontAlgn="base" hangingPunct="0">
              <a:lnSpc>
                <a:spcPct val="150000"/>
              </a:lnSpc>
              <a:spcAft>
                <a:spcPct val="0"/>
              </a:spcAft>
              <a:buFont typeface="Wingdings" panose="05000000000000000000" pitchFamily="2" charset="2"/>
              <a:buChar char="Ø"/>
              <a:defRPr/>
            </a:pPr>
            <a:r>
              <a:rPr kumimoji="1" lang="zh-CN" altLang="en-US" sz="1200" b="1" dirty="0">
                <a:solidFill>
                  <a:schemeClr val="tx1"/>
                </a:solidFill>
                <a:latin typeface="微软雅黑" panose="020B0503020204020204" pitchFamily="34" charset="-122"/>
                <a:ea typeface="微软雅黑" panose="020B0503020204020204" pitchFamily="34" charset="-122"/>
                <a:cs typeface="+mn-ea"/>
              </a:rPr>
              <a:t>重构规划</a:t>
            </a:r>
            <a:r>
              <a:rPr kumimoji="1" lang="en-US" altLang="zh-CN" sz="1200" b="1" dirty="0">
                <a:solidFill>
                  <a:schemeClr val="tx1"/>
                </a:solidFill>
                <a:latin typeface="微软雅黑" panose="020B0503020204020204" pitchFamily="34" charset="-122"/>
                <a:ea typeface="微软雅黑" panose="020B0503020204020204" pitchFamily="34" charset="-122"/>
                <a:cs typeface="+mn-ea"/>
              </a:rPr>
              <a:t>：3</a:t>
            </a:r>
            <a:r>
              <a:rPr kumimoji="1" lang="zh-CN" altLang="en-US" sz="1200" b="1" dirty="0">
                <a:solidFill>
                  <a:schemeClr val="tx1"/>
                </a:solidFill>
                <a:latin typeface="微软雅黑" panose="020B0503020204020204" pitchFamily="34" charset="-122"/>
                <a:ea typeface="微软雅黑" panose="020B0503020204020204" pitchFamily="34" charset="-122"/>
                <a:cs typeface="+mn-ea"/>
              </a:rPr>
              <a:t>月底完成业务梳理</a:t>
            </a:r>
            <a:r>
              <a:rPr kumimoji="1" lang="en-US" altLang="zh-CN" sz="1200" b="1" dirty="0">
                <a:solidFill>
                  <a:schemeClr val="tx1"/>
                </a:solidFill>
                <a:latin typeface="微软雅黑" panose="020B0503020204020204" pitchFamily="34" charset="-122"/>
                <a:ea typeface="微软雅黑" panose="020B0503020204020204" pitchFamily="34" charset="-122"/>
                <a:cs typeface="+mn-ea"/>
              </a:rPr>
              <a:t>、</a:t>
            </a:r>
            <a:r>
              <a:rPr kumimoji="1" lang="zh-CN" altLang="en-US" sz="1200" b="1" dirty="0">
                <a:solidFill>
                  <a:schemeClr val="tx1"/>
                </a:solidFill>
                <a:latin typeface="微软雅黑" panose="020B0503020204020204" pitchFamily="34" charset="-122"/>
                <a:ea typeface="微软雅黑" panose="020B0503020204020204" pitchFamily="34" charset="-122"/>
                <a:cs typeface="+mn-ea"/>
              </a:rPr>
              <a:t>产品设计工作</a:t>
            </a:r>
            <a:r>
              <a:rPr kumimoji="1" lang="en-US" altLang="zh-CN" sz="1200" b="1" dirty="0">
                <a:solidFill>
                  <a:schemeClr val="tx1"/>
                </a:solidFill>
                <a:latin typeface="微软雅黑" panose="020B0503020204020204" pitchFamily="34" charset="-122"/>
                <a:ea typeface="微软雅黑" panose="020B0503020204020204" pitchFamily="34" charset="-122"/>
                <a:cs typeface="+mn-ea"/>
              </a:rPr>
              <a:t>，4</a:t>
            </a:r>
            <a:r>
              <a:rPr kumimoji="1" lang="zh-CN" altLang="en-US" sz="1200" b="1" dirty="0">
                <a:solidFill>
                  <a:schemeClr val="tx1"/>
                </a:solidFill>
                <a:latin typeface="微软雅黑" panose="020B0503020204020204" pitchFamily="34" charset="-122"/>
                <a:ea typeface="微软雅黑" panose="020B0503020204020204" pitchFamily="34" charset="-122"/>
                <a:cs typeface="+mn-ea"/>
              </a:rPr>
              <a:t>月底完成算法对接工作</a:t>
            </a:r>
            <a:r>
              <a:rPr kumimoji="1" lang="en-US" altLang="zh-CN" sz="1200" b="1" dirty="0">
                <a:solidFill>
                  <a:schemeClr val="tx1"/>
                </a:solidFill>
                <a:latin typeface="微软雅黑" panose="020B0503020204020204" pitchFamily="34" charset="-122"/>
                <a:ea typeface="微软雅黑" panose="020B0503020204020204" pitchFamily="34" charset="-122"/>
                <a:cs typeface="+mn-ea"/>
              </a:rPr>
              <a:t>、6</a:t>
            </a:r>
            <a:r>
              <a:rPr kumimoji="1" lang="zh-CN" altLang="en-US" sz="1200" b="1" dirty="0">
                <a:solidFill>
                  <a:schemeClr val="tx1"/>
                </a:solidFill>
                <a:latin typeface="微软雅黑" panose="020B0503020204020204" pitchFamily="34" charset="-122"/>
                <a:ea typeface="微软雅黑" panose="020B0503020204020204" pitchFamily="34" charset="-122"/>
                <a:cs typeface="+mn-ea"/>
              </a:rPr>
              <a:t>月底完成开发工作</a:t>
            </a:r>
            <a:endParaRPr kumimoji="1" lang="zh-CN" altLang="en-US" sz="1200" b="1" dirty="0">
              <a:solidFill>
                <a:schemeClr val="tx1"/>
              </a:solidFill>
              <a:latin typeface="微软雅黑" panose="020B0503020204020204" pitchFamily="34" charset="-122"/>
              <a:ea typeface="微软雅黑" panose="020B0503020204020204" pitchFamily="34" charset="-122"/>
              <a:cs typeface="+mn-ea"/>
            </a:endParaRPr>
          </a:p>
        </p:txBody>
      </p:sp>
      <p:pic>
        <p:nvPicPr>
          <p:cNvPr id="8" name="图片 7"/>
          <p:cNvPicPr>
            <a:picLocks noChangeAspect="1"/>
          </p:cNvPicPr>
          <p:nvPr/>
        </p:nvPicPr>
        <p:blipFill>
          <a:blip r:embed="rId4"/>
          <a:stretch>
            <a:fillRect/>
          </a:stretch>
        </p:blipFill>
        <p:spPr>
          <a:xfrm>
            <a:off x="7493635" y="3193415"/>
            <a:ext cx="4344670" cy="1710690"/>
          </a:xfrm>
          <a:prstGeom prst="rect">
            <a:avLst/>
          </a:prstGeom>
        </p:spPr>
      </p:pic>
      <p:pic>
        <p:nvPicPr>
          <p:cNvPr id="11" name="图片 10"/>
          <p:cNvPicPr>
            <a:picLocks noChangeAspect="1"/>
          </p:cNvPicPr>
          <p:nvPr/>
        </p:nvPicPr>
        <p:blipFill>
          <a:blip r:embed="rId5"/>
          <a:stretch>
            <a:fillRect/>
          </a:stretch>
        </p:blipFill>
        <p:spPr>
          <a:xfrm>
            <a:off x="7493635" y="5191760"/>
            <a:ext cx="4344035" cy="1562100"/>
          </a:xfrm>
          <a:prstGeom prst="rect">
            <a:avLst/>
          </a:prstGeom>
        </p:spPr>
      </p:pic>
      <p:pic>
        <p:nvPicPr>
          <p:cNvPr id="3" name="图片 2"/>
          <p:cNvPicPr>
            <a:picLocks noChangeAspect="1"/>
          </p:cNvPicPr>
          <p:nvPr/>
        </p:nvPicPr>
        <p:blipFill>
          <a:blip r:embed="rId6"/>
          <a:stretch>
            <a:fillRect/>
          </a:stretch>
        </p:blipFill>
        <p:spPr>
          <a:xfrm>
            <a:off x="767715" y="3193415"/>
            <a:ext cx="3123565" cy="1576705"/>
          </a:xfrm>
          <a:prstGeom prst="rect">
            <a:avLst/>
          </a:prstGeom>
        </p:spPr>
      </p:pic>
      <p:pic>
        <p:nvPicPr>
          <p:cNvPr id="6" name="图片 5"/>
          <p:cNvPicPr>
            <a:picLocks noChangeAspect="1"/>
          </p:cNvPicPr>
          <p:nvPr/>
        </p:nvPicPr>
        <p:blipFill>
          <a:blip r:embed="rId7"/>
          <a:stretch>
            <a:fillRect/>
          </a:stretch>
        </p:blipFill>
        <p:spPr>
          <a:xfrm>
            <a:off x="4030980" y="3193415"/>
            <a:ext cx="3223260" cy="1626870"/>
          </a:xfrm>
          <a:prstGeom prst="rect">
            <a:avLst/>
          </a:prstGeom>
        </p:spPr>
      </p:pic>
      <p:pic>
        <p:nvPicPr>
          <p:cNvPr id="7" name="图片 6"/>
          <p:cNvPicPr>
            <a:picLocks noChangeAspect="1"/>
          </p:cNvPicPr>
          <p:nvPr/>
        </p:nvPicPr>
        <p:blipFill>
          <a:blip r:embed="rId8"/>
          <a:stretch>
            <a:fillRect/>
          </a:stretch>
        </p:blipFill>
        <p:spPr>
          <a:xfrm>
            <a:off x="768985" y="5126990"/>
            <a:ext cx="3122295" cy="1576070"/>
          </a:xfrm>
          <a:prstGeom prst="rect">
            <a:avLst/>
          </a:prstGeom>
        </p:spPr>
      </p:pic>
      <p:pic>
        <p:nvPicPr>
          <p:cNvPr id="12" name="图片 11"/>
          <p:cNvPicPr>
            <a:picLocks noChangeAspect="1"/>
          </p:cNvPicPr>
          <p:nvPr/>
        </p:nvPicPr>
        <p:blipFill>
          <a:blip r:embed="rId9"/>
          <a:stretch>
            <a:fillRect/>
          </a:stretch>
        </p:blipFill>
        <p:spPr>
          <a:xfrm>
            <a:off x="4030980" y="5126355"/>
            <a:ext cx="3223895" cy="162750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9" name="对象 78" hidden="1"/>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2" name="think-cell 幻灯片" r:id="rId2" imgW="0" imgH="0" progId="TCLayout.ActiveDocument.1">
                  <p:embed/>
                </p:oleObj>
              </mc:Choice>
              <mc:Fallback>
                <p:oleObj name="think-cell 幻灯片" r:id="rId2" imgW="0" imgH="0" progId="TCLayout.ActiveDocument.1">
                  <p:embed/>
                  <p:pic>
                    <p:nvPicPr>
                      <p:cNvPr id="0" name="对象 78" hidden="1"/>
                      <p:cNvPicPr/>
                      <p:nvPr/>
                    </p:nvPicPr>
                    <p:blipFill>
                      <a:blip r:embed="rId3"/>
                      <a:stretch>
                        <a:fillRect/>
                      </a:stretch>
                    </p:blipFill>
                    <p:spPr>
                      <a:xfrm>
                        <a:off x="1588" y="1588"/>
                        <a:ext cx="1588" cy="1588"/>
                      </a:xfrm>
                      <a:prstGeom prst="rect">
                        <a:avLst/>
                      </a:prstGeom>
                    </p:spPr>
                  </p:pic>
                </p:oleObj>
              </mc:Fallback>
            </mc:AlternateContent>
          </a:graphicData>
        </a:graphic>
      </p:graphicFrame>
      <p:sp>
        <p:nvSpPr>
          <p:cNvPr id="4" name="矩形 3"/>
          <p:cNvSpPr/>
          <p:nvPr/>
        </p:nvSpPr>
        <p:spPr>
          <a:xfrm>
            <a:off x="3231641" y="6396003"/>
            <a:ext cx="390241" cy="307777"/>
          </a:xfrm>
          <a:prstGeom prst="rect">
            <a:avLst/>
          </a:prstGeom>
        </p:spPr>
        <p:txBody>
          <a:bodyPr wrap="square" rtlCol="0" anchor="ctr">
            <a:spAutoFit/>
          </a:bodyPr>
          <a:lstStyle/>
          <a:p>
            <a:pPr algn="ctr"/>
            <a:endParaRPr lang="zh-CN" altLang="en-US" sz="1400">
              <a:ln>
                <a:solidFill>
                  <a:srgbClr val="FFC000"/>
                </a:solidFill>
              </a:ln>
              <a:latin typeface="微软雅黑" panose="020B0503020204020204" pitchFamily="34" charset="-122"/>
              <a:ea typeface="微软雅黑" panose="020B0503020204020204" pitchFamily="34" charset="-122"/>
            </a:endParaRPr>
          </a:p>
        </p:txBody>
      </p:sp>
      <p:sp>
        <p:nvSpPr>
          <p:cNvPr id="47" name="文本框 46"/>
          <p:cNvSpPr txBox="1"/>
          <p:nvPr/>
        </p:nvSpPr>
        <p:spPr>
          <a:xfrm>
            <a:off x="697580" y="269902"/>
            <a:ext cx="2701381" cy="461665"/>
          </a:xfrm>
          <a:prstGeom prst="rect">
            <a:avLst/>
          </a:prstGeom>
          <a:noFill/>
        </p:spPr>
        <p:txBody>
          <a:bodyPr wrap="none" rtlCol="0">
            <a:spAutoFit/>
          </a:bodyPr>
          <a:lstStyle/>
          <a:p>
            <a:pPr lvl="0">
              <a:defRPr/>
            </a:pPr>
            <a:r>
              <a:rPr lang="en-US" altLang="zh-CN" sz="2400" dirty="0">
                <a:solidFill>
                  <a:srgbClr val="063360"/>
                </a:solidFill>
                <a:latin typeface="微软雅黑"/>
                <a:cs typeface="Arial" panose="020B0604020202090204" pitchFamily="34" charset="0"/>
                <a:sym typeface="+mn-lt"/>
              </a:rPr>
              <a:t>02</a:t>
            </a:r>
            <a:r>
              <a:rPr lang="zh-CN" altLang="en-US" sz="2400" dirty="0">
                <a:solidFill>
                  <a:srgbClr val="063360"/>
                </a:solidFill>
                <a:latin typeface="微软雅黑"/>
                <a:cs typeface="Arial" panose="020B0604020202090204" pitchFamily="34" charset="0"/>
                <a:sym typeface="+mn-lt"/>
              </a:rPr>
              <a:t>「</a:t>
            </a:r>
            <a:r>
              <a:rPr lang="zh-CN" altLang="en-US" sz="2400" dirty="0">
                <a:solidFill>
                  <a:srgbClr val="002060"/>
                </a:solidFill>
                <a:latin typeface="微软雅黑"/>
                <a:cs typeface="Arial" panose="020B0604020202090204" pitchFamily="34" charset="0"/>
              </a:rPr>
              <a:t>亮点与不足</a:t>
            </a:r>
            <a:r>
              <a:rPr lang="zh-CN" altLang="en-US" sz="2400" dirty="0">
                <a:solidFill>
                  <a:srgbClr val="002060"/>
                </a:solidFill>
                <a:latin typeface="微软雅黑"/>
                <a:cs typeface="Arial" panose="020B0604020202090204" pitchFamily="34" charset="0"/>
                <a:sym typeface="+mn-lt"/>
              </a:rPr>
              <a:t>」</a:t>
            </a:r>
            <a:endParaRPr lang="zh-CN" altLang="en-US" sz="2400" dirty="0">
              <a:solidFill>
                <a:srgbClr val="002060"/>
              </a:solidFill>
              <a:latin typeface="微软雅黑"/>
              <a:cs typeface="Arial" panose="020B0604020202090204" pitchFamily="34" charset="0"/>
              <a:sym typeface="+mn-lt"/>
            </a:endParaRPr>
          </a:p>
        </p:txBody>
      </p:sp>
      <p:sp>
        <p:nvSpPr>
          <p:cNvPr id="3" name="文本框 2"/>
          <p:cNvSpPr txBox="1"/>
          <p:nvPr/>
        </p:nvSpPr>
        <p:spPr>
          <a:xfrm>
            <a:off x="883285" y="1004570"/>
            <a:ext cx="1638935" cy="368300"/>
          </a:xfrm>
          <a:prstGeom prst="rect">
            <a:avLst/>
          </a:prstGeom>
          <a:noFill/>
          <a:ln w="25400" cap="flat" cmpd="sng">
            <a:noFill/>
            <a:prstDash val="solid"/>
          </a:ln>
        </p:spPr>
        <p:txBody>
          <a:bodyPr wrap="square" rtlCol="0">
            <a:spAutoFit/>
          </a:bodyPr>
          <a:p>
            <a:pPr algn="ctr"/>
            <a:r>
              <a:rPr lang="zh-CN" altLang="en-US" b="1" dirty="0" smtClean="0">
                <a:latin typeface="微软雅黑" panose="020B0503020204020204" pitchFamily="34" charset="-122"/>
                <a:ea typeface="微软雅黑" panose="020B0503020204020204" pitchFamily="34" charset="-122"/>
              </a:rPr>
              <a:t>亮点</a:t>
            </a:r>
            <a:endParaRPr lang="zh-CN" altLang="en-US" b="1" dirty="0" smtClean="0">
              <a:latin typeface="微软雅黑" panose="020B0503020204020204" pitchFamily="34" charset="-122"/>
              <a:ea typeface="微软雅黑" panose="020B0503020204020204" pitchFamily="34" charset="-122"/>
            </a:endParaRPr>
          </a:p>
        </p:txBody>
      </p:sp>
      <p:pic>
        <p:nvPicPr>
          <p:cNvPr id="5" name="图片 4"/>
          <p:cNvPicPr>
            <a:picLocks noChangeAspect="1"/>
          </p:cNvPicPr>
          <p:nvPr/>
        </p:nvPicPr>
        <p:blipFill>
          <a:blip r:embed="rId4"/>
          <a:stretch>
            <a:fillRect/>
          </a:stretch>
        </p:blipFill>
        <p:spPr>
          <a:xfrm>
            <a:off x="1350645" y="1574800"/>
            <a:ext cx="231140" cy="231140"/>
          </a:xfrm>
          <a:prstGeom prst="rect">
            <a:avLst/>
          </a:prstGeom>
        </p:spPr>
      </p:pic>
      <p:sp>
        <p:nvSpPr>
          <p:cNvPr id="7" name="文本框 6"/>
          <p:cNvSpPr txBox="1"/>
          <p:nvPr/>
        </p:nvSpPr>
        <p:spPr>
          <a:xfrm>
            <a:off x="1562735" y="1527810"/>
            <a:ext cx="3081655" cy="306705"/>
          </a:xfrm>
          <a:prstGeom prst="rect">
            <a:avLst/>
          </a:prstGeom>
          <a:noFill/>
          <a:ln w="25400" cap="flat" cmpd="sng">
            <a:noFill/>
            <a:prstDash val="solid"/>
          </a:ln>
        </p:spPr>
        <p:txBody>
          <a:bodyPr wrap="square" rtlCol="0">
            <a:spAutoFit/>
          </a:bodyPr>
          <a:p>
            <a:pPr algn="ctr"/>
            <a:r>
              <a:rPr lang="zh-CN" altLang="en-US" sz="1400" b="1" dirty="0" smtClean="0">
                <a:latin typeface="微软雅黑" panose="020B0503020204020204" pitchFamily="34" charset="-122"/>
                <a:ea typeface="微软雅黑" panose="020B0503020204020204" pitchFamily="34" charset="-122"/>
              </a:rPr>
              <a:t>跨团队协作中积极主动拉通信息</a:t>
            </a:r>
            <a:r>
              <a:rPr lang="zh-CN" altLang="en-US" sz="1400" b="1" dirty="0" smtClean="0">
                <a:latin typeface="微软雅黑" panose="020B0503020204020204" pitchFamily="34" charset="-122"/>
                <a:ea typeface="微软雅黑" panose="020B0503020204020204" pitchFamily="34" charset="-122"/>
              </a:rPr>
              <a:t>对齐</a:t>
            </a:r>
            <a:endParaRPr lang="zh-CN" altLang="en-US" sz="1400" b="1" dirty="0" smtClean="0">
              <a:latin typeface="微软雅黑" panose="020B0503020204020204" pitchFamily="34" charset="-122"/>
              <a:ea typeface="微软雅黑" panose="020B0503020204020204" pitchFamily="34" charset="-122"/>
            </a:endParaRPr>
          </a:p>
        </p:txBody>
      </p:sp>
      <p:sp>
        <p:nvSpPr>
          <p:cNvPr id="8" name="文本框 7"/>
          <p:cNvSpPr txBox="1"/>
          <p:nvPr/>
        </p:nvSpPr>
        <p:spPr>
          <a:xfrm>
            <a:off x="1673860" y="1896110"/>
            <a:ext cx="3315970" cy="645160"/>
          </a:xfrm>
          <a:prstGeom prst="rect">
            <a:avLst/>
          </a:prstGeom>
          <a:noFill/>
          <a:ln w="25400">
            <a:noFill/>
          </a:ln>
        </p:spPr>
        <p:txBody>
          <a:bodyPr wrap="square" rtlCol="0">
            <a:spAutoFit/>
          </a:bodyPr>
          <a:p>
            <a:pPr algn="l"/>
            <a:r>
              <a:rPr lang="zh-CN" altLang="en-US" sz="1200" dirty="0" smtClean="0">
                <a:latin typeface="+mj-ea"/>
                <a:ea typeface="+mj-ea"/>
              </a:rPr>
              <a:t>在风匠需求优化及气象重构中工作中王倩</a:t>
            </a:r>
            <a:r>
              <a:rPr lang="en-US" altLang="zh-CN" sz="1200" dirty="0" smtClean="0">
                <a:latin typeface="+mj-ea"/>
                <a:ea typeface="+mj-ea"/>
              </a:rPr>
              <a:t>、</a:t>
            </a:r>
            <a:r>
              <a:rPr lang="zh-CN" altLang="en-US" sz="1200" dirty="0" smtClean="0">
                <a:latin typeface="+mj-ea"/>
                <a:ea typeface="+mj-ea"/>
              </a:rPr>
              <a:t>刘飘</a:t>
            </a:r>
            <a:r>
              <a:rPr lang="en-US" altLang="zh-CN" sz="1200" dirty="0" smtClean="0">
                <a:latin typeface="+mj-ea"/>
                <a:ea typeface="+mj-ea"/>
              </a:rPr>
              <a:t>、</a:t>
            </a:r>
            <a:r>
              <a:rPr lang="zh-CN" altLang="en-US" sz="1200" dirty="0" smtClean="0">
                <a:latin typeface="+mj-ea"/>
                <a:ea typeface="+mj-ea"/>
              </a:rPr>
              <a:t>赵大众等积极主动拉通涉及团队核对细节</a:t>
            </a:r>
            <a:r>
              <a:rPr lang="en-US" altLang="zh-CN" sz="1200" dirty="0" smtClean="0">
                <a:latin typeface="+mj-ea"/>
                <a:ea typeface="+mj-ea"/>
              </a:rPr>
              <a:t>，</a:t>
            </a:r>
            <a:r>
              <a:rPr lang="zh-CN" altLang="en-US" sz="1200" dirty="0" smtClean="0">
                <a:latin typeface="+mj-ea"/>
                <a:ea typeface="+mj-ea"/>
              </a:rPr>
              <a:t>确定</a:t>
            </a:r>
            <a:r>
              <a:rPr lang="zh-CN" altLang="en-US" sz="1200" dirty="0" smtClean="0">
                <a:latin typeface="+mj-ea"/>
                <a:ea typeface="+mj-ea"/>
              </a:rPr>
              <a:t>设计方案</a:t>
            </a:r>
            <a:endParaRPr lang="zh-CN" altLang="en-US" sz="1200" dirty="0" smtClean="0">
              <a:latin typeface="+mj-ea"/>
              <a:ea typeface="+mj-ea"/>
            </a:endParaRPr>
          </a:p>
        </p:txBody>
      </p:sp>
      <p:sp>
        <p:nvSpPr>
          <p:cNvPr id="10" name="文本框 9"/>
          <p:cNvSpPr txBox="1"/>
          <p:nvPr/>
        </p:nvSpPr>
        <p:spPr>
          <a:xfrm>
            <a:off x="1673860" y="2879725"/>
            <a:ext cx="3315970" cy="645160"/>
          </a:xfrm>
          <a:prstGeom prst="rect">
            <a:avLst/>
          </a:prstGeom>
          <a:noFill/>
          <a:ln w="25400">
            <a:noFill/>
          </a:ln>
        </p:spPr>
        <p:txBody>
          <a:bodyPr wrap="square" rtlCol="0">
            <a:spAutoFit/>
          </a:bodyPr>
          <a:p>
            <a:pPr algn="l"/>
            <a:r>
              <a:rPr lang="zh-CN" altLang="en-US" sz="1200" dirty="0" smtClean="0">
                <a:latin typeface="+mj-ea"/>
                <a:ea typeface="+mj-ea"/>
              </a:rPr>
              <a:t>在风匠运维工作中涉及到生产</a:t>
            </a:r>
            <a:r>
              <a:rPr lang="en-US" altLang="zh-CN" sz="1200" dirty="0" smtClean="0">
                <a:latin typeface="+mj-ea"/>
                <a:ea typeface="+mj-ea"/>
              </a:rPr>
              <a:t>BUG</a:t>
            </a:r>
            <a:r>
              <a:rPr lang="zh-CN" altLang="en-US" sz="1200" dirty="0" smtClean="0">
                <a:latin typeface="+mj-ea"/>
                <a:ea typeface="+mj-ea"/>
              </a:rPr>
              <a:t>郝兴森</a:t>
            </a:r>
            <a:r>
              <a:rPr lang="en-US" altLang="zh-CN" sz="1200" dirty="0" smtClean="0">
                <a:latin typeface="+mj-ea"/>
                <a:ea typeface="+mj-ea"/>
              </a:rPr>
              <a:t>、</a:t>
            </a:r>
            <a:r>
              <a:rPr lang="zh-CN" altLang="en-US" sz="1200" dirty="0" smtClean="0">
                <a:latin typeface="+mj-ea"/>
                <a:ea typeface="+mj-ea"/>
              </a:rPr>
              <a:t>刘飘</a:t>
            </a:r>
            <a:r>
              <a:rPr lang="en-US" altLang="zh-CN" sz="1200" dirty="0" smtClean="0">
                <a:latin typeface="+mj-ea"/>
                <a:ea typeface="+mj-ea"/>
              </a:rPr>
              <a:t>、</a:t>
            </a:r>
            <a:r>
              <a:rPr lang="zh-CN" altLang="en-US" sz="1200" dirty="0" smtClean="0">
                <a:latin typeface="+mj-ea"/>
                <a:ea typeface="+mj-ea"/>
              </a:rPr>
              <a:t>代佳丽均做到了及时影响</a:t>
            </a:r>
            <a:r>
              <a:rPr lang="en-US" altLang="zh-CN" sz="1200" dirty="0" smtClean="0">
                <a:latin typeface="+mj-ea"/>
                <a:ea typeface="+mj-ea"/>
              </a:rPr>
              <a:t>，BUG</a:t>
            </a:r>
            <a:r>
              <a:rPr lang="zh-CN" altLang="en-US" sz="1200" dirty="0" smtClean="0">
                <a:latin typeface="+mj-ea"/>
                <a:ea typeface="+mj-ea"/>
              </a:rPr>
              <a:t>做到当日修复，需求做到</a:t>
            </a:r>
            <a:r>
              <a:rPr lang="zh-CN" altLang="en-US" sz="1200" dirty="0" smtClean="0">
                <a:latin typeface="+mj-ea"/>
                <a:ea typeface="+mj-ea"/>
              </a:rPr>
              <a:t>了本周或次周完成</a:t>
            </a:r>
            <a:r>
              <a:rPr lang="zh-CN" altLang="en-US" sz="1200" dirty="0" smtClean="0">
                <a:latin typeface="+mj-ea"/>
                <a:ea typeface="+mj-ea"/>
              </a:rPr>
              <a:t>优化</a:t>
            </a:r>
            <a:endParaRPr lang="zh-CN" altLang="en-US" sz="1200" dirty="0" smtClean="0">
              <a:latin typeface="+mj-ea"/>
              <a:ea typeface="+mj-ea"/>
            </a:endParaRPr>
          </a:p>
        </p:txBody>
      </p:sp>
      <p:pic>
        <p:nvPicPr>
          <p:cNvPr id="11" name="图片 10"/>
          <p:cNvPicPr>
            <a:picLocks noChangeAspect="1"/>
          </p:cNvPicPr>
          <p:nvPr/>
        </p:nvPicPr>
        <p:blipFill>
          <a:blip r:embed="rId4"/>
          <a:stretch>
            <a:fillRect/>
          </a:stretch>
        </p:blipFill>
        <p:spPr>
          <a:xfrm>
            <a:off x="1350645" y="2564765"/>
            <a:ext cx="231140" cy="231140"/>
          </a:xfrm>
          <a:prstGeom prst="rect">
            <a:avLst/>
          </a:prstGeom>
        </p:spPr>
      </p:pic>
      <p:sp>
        <p:nvSpPr>
          <p:cNvPr id="12" name="文本框 11"/>
          <p:cNvSpPr txBox="1"/>
          <p:nvPr/>
        </p:nvSpPr>
        <p:spPr>
          <a:xfrm>
            <a:off x="1562735" y="2527300"/>
            <a:ext cx="3081655" cy="306705"/>
          </a:xfrm>
          <a:prstGeom prst="rect">
            <a:avLst/>
          </a:prstGeom>
          <a:noFill/>
          <a:ln w="25400" cap="flat" cmpd="sng">
            <a:noFill/>
            <a:prstDash val="solid"/>
          </a:ln>
        </p:spPr>
        <p:txBody>
          <a:bodyPr wrap="square" rtlCol="0">
            <a:spAutoFit/>
          </a:bodyPr>
          <a:p>
            <a:pPr algn="l"/>
            <a:r>
              <a:rPr lang="zh-CN" altLang="en-US" sz="1400" b="1" dirty="0" smtClean="0">
                <a:latin typeface="微软雅黑" panose="020B0503020204020204" pitchFamily="34" charset="-122"/>
                <a:ea typeface="微软雅黑" panose="020B0503020204020204" pitchFamily="34" charset="-122"/>
              </a:rPr>
              <a:t>业务需求响应</a:t>
            </a:r>
            <a:r>
              <a:rPr lang="zh-CN" altLang="en-US" sz="1400" b="1" dirty="0" smtClean="0">
                <a:latin typeface="微软雅黑" panose="020B0503020204020204" pitchFamily="34" charset="-122"/>
                <a:ea typeface="微软雅黑" panose="020B0503020204020204" pitchFamily="34" charset="-122"/>
              </a:rPr>
              <a:t>及时</a:t>
            </a:r>
            <a:endParaRPr lang="zh-CN" altLang="en-US" sz="1400" b="1" dirty="0" smtClean="0">
              <a:latin typeface="微软雅黑" panose="020B0503020204020204" pitchFamily="34" charset="-122"/>
              <a:ea typeface="微软雅黑" panose="020B0503020204020204" pitchFamily="34" charset="-122"/>
            </a:endParaRPr>
          </a:p>
        </p:txBody>
      </p:sp>
      <p:pic>
        <p:nvPicPr>
          <p:cNvPr id="13" name="图片 12"/>
          <p:cNvPicPr>
            <a:picLocks noChangeAspect="1"/>
          </p:cNvPicPr>
          <p:nvPr/>
        </p:nvPicPr>
        <p:blipFill>
          <a:blip r:embed="rId4"/>
          <a:stretch>
            <a:fillRect/>
          </a:stretch>
        </p:blipFill>
        <p:spPr>
          <a:xfrm>
            <a:off x="1350645" y="3636645"/>
            <a:ext cx="231140" cy="231140"/>
          </a:xfrm>
          <a:prstGeom prst="rect">
            <a:avLst/>
          </a:prstGeom>
        </p:spPr>
      </p:pic>
      <p:sp>
        <p:nvSpPr>
          <p:cNvPr id="14" name="文本框 13"/>
          <p:cNvSpPr txBox="1"/>
          <p:nvPr/>
        </p:nvSpPr>
        <p:spPr>
          <a:xfrm>
            <a:off x="1581785" y="3603625"/>
            <a:ext cx="3081655" cy="306705"/>
          </a:xfrm>
          <a:prstGeom prst="rect">
            <a:avLst/>
          </a:prstGeom>
          <a:noFill/>
          <a:ln w="25400" cap="flat" cmpd="sng">
            <a:noFill/>
            <a:prstDash val="solid"/>
          </a:ln>
        </p:spPr>
        <p:txBody>
          <a:bodyPr wrap="square" rtlCol="0">
            <a:spAutoFit/>
          </a:bodyPr>
          <a:p>
            <a:pPr algn="l"/>
            <a:r>
              <a:rPr lang="zh-CN" altLang="en-US" sz="1400" b="1" dirty="0" smtClean="0">
                <a:latin typeface="微软雅黑" panose="020B0503020204020204" pitchFamily="34" charset="-122"/>
                <a:ea typeface="微软雅黑" panose="020B0503020204020204" pitchFamily="34" charset="-122"/>
              </a:rPr>
              <a:t>拥抱变化</a:t>
            </a:r>
            <a:r>
              <a:rPr lang="en-US" altLang="zh-CN" sz="1400" b="1" dirty="0" smtClean="0">
                <a:latin typeface="微软雅黑" panose="020B0503020204020204" pitchFamily="34" charset="-122"/>
                <a:ea typeface="微软雅黑" panose="020B0503020204020204" pitchFamily="34" charset="-122"/>
              </a:rPr>
              <a:t>、</a:t>
            </a:r>
            <a:r>
              <a:rPr lang="zh-CN" altLang="en-US" sz="1400" b="1" dirty="0" smtClean="0">
                <a:latin typeface="微软雅黑" panose="020B0503020204020204" pitchFamily="34" charset="-122"/>
                <a:ea typeface="微软雅黑" panose="020B0503020204020204" pitchFamily="34" charset="-122"/>
              </a:rPr>
              <a:t>效率</a:t>
            </a:r>
            <a:r>
              <a:rPr lang="zh-CN" altLang="en-US" sz="1400" b="1" dirty="0" smtClean="0">
                <a:latin typeface="微软雅黑" panose="020B0503020204020204" pitchFamily="34" charset="-122"/>
                <a:ea typeface="微软雅黑" panose="020B0503020204020204" pitchFamily="34" charset="-122"/>
              </a:rPr>
              <a:t>高</a:t>
            </a:r>
            <a:endParaRPr lang="zh-CN" altLang="en-US" sz="1400" b="1" dirty="0" smtClean="0">
              <a:latin typeface="微软雅黑" panose="020B0503020204020204" pitchFamily="34" charset="-122"/>
              <a:ea typeface="微软雅黑" panose="020B0503020204020204" pitchFamily="34" charset="-122"/>
            </a:endParaRPr>
          </a:p>
        </p:txBody>
      </p:sp>
      <p:sp>
        <p:nvSpPr>
          <p:cNvPr id="15" name="文本框 14"/>
          <p:cNvSpPr txBox="1"/>
          <p:nvPr/>
        </p:nvSpPr>
        <p:spPr>
          <a:xfrm>
            <a:off x="1673860" y="3988435"/>
            <a:ext cx="3315970" cy="645160"/>
          </a:xfrm>
          <a:prstGeom prst="rect">
            <a:avLst/>
          </a:prstGeom>
          <a:noFill/>
          <a:ln w="25400">
            <a:noFill/>
          </a:ln>
        </p:spPr>
        <p:txBody>
          <a:bodyPr wrap="square" rtlCol="0">
            <a:spAutoFit/>
          </a:bodyPr>
          <a:p>
            <a:pPr algn="l"/>
            <a:r>
              <a:rPr lang="en-US" altLang="zh-CN" sz="1200" dirty="0" smtClean="0">
                <a:latin typeface="+mj-ea"/>
                <a:ea typeface="+mj-ea"/>
              </a:rPr>
              <a:t>AI</a:t>
            </a:r>
            <a:r>
              <a:rPr lang="zh-CN" altLang="en-US" sz="1200" dirty="0" smtClean="0">
                <a:latin typeface="+mj-ea"/>
                <a:ea typeface="+mj-ea"/>
              </a:rPr>
              <a:t>浪潮下积极创新团队开发人员拥抱</a:t>
            </a:r>
            <a:r>
              <a:rPr lang="en-US" altLang="zh-CN" sz="1200" dirty="0" smtClean="0">
                <a:latin typeface="+mj-ea"/>
                <a:ea typeface="+mj-ea"/>
              </a:rPr>
              <a:t>AI，</a:t>
            </a:r>
            <a:r>
              <a:rPr lang="zh-CN" altLang="en-US" sz="1200" dirty="0" smtClean="0">
                <a:latin typeface="+mj-ea"/>
                <a:ea typeface="+mj-ea"/>
              </a:rPr>
              <a:t>使用</a:t>
            </a:r>
            <a:r>
              <a:rPr lang="en-US" altLang="zh-CN" sz="1200" dirty="0" smtClean="0">
                <a:latin typeface="+mj-ea"/>
                <a:ea typeface="+mj-ea"/>
              </a:rPr>
              <a:t>AI</a:t>
            </a:r>
            <a:r>
              <a:rPr lang="zh-CN" altLang="en-US" sz="1200" dirty="0" smtClean="0">
                <a:latin typeface="+mj-ea"/>
                <a:ea typeface="+mj-ea"/>
              </a:rPr>
              <a:t>赋能自身工作</a:t>
            </a:r>
            <a:r>
              <a:rPr lang="en-US" altLang="zh-CN" sz="1200" dirty="0" smtClean="0">
                <a:latin typeface="+mj-ea"/>
                <a:ea typeface="+mj-ea"/>
              </a:rPr>
              <a:t>，</a:t>
            </a:r>
            <a:r>
              <a:rPr lang="zh-CN" altLang="en-US" sz="1200" dirty="0" smtClean="0">
                <a:latin typeface="+mj-ea"/>
                <a:ea typeface="+mj-ea"/>
              </a:rPr>
              <a:t>使用</a:t>
            </a:r>
            <a:r>
              <a:rPr lang="en-US" altLang="zh-CN" sz="1200" dirty="0" smtClean="0">
                <a:latin typeface="+mj-ea"/>
                <a:ea typeface="+mj-ea"/>
              </a:rPr>
              <a:t>AI</a:t>
            </a:r>
            <a:r>
              <a:rPr lang="zh-CN" altLang="en-US" sz="1200" dirty="0" smtClean="0">
                <a:latin typeface="+mj-ea"/>
                <a:ea typeface="+mj-ea"/>
              </a:rPr>
              <a:t>提高代码</a:t>
            </a:r>
            <a:r>
              <a:rPr lang="en-US" altLang="zh-CN" sz="1200" dirty="0" smtClean="0">
                <a:latin typeface="+mj-ea"/>
                <a:ea typeface="+mj-ea"/>
              </a:rPr>
              <a:t>、</a:t>
            </a:r>
            <a:r>
              <a:rPr lang="zh-CN" altLang="en-US" sz="1200" dirty="0" smtClean="0">
                <a:latin typeface="+mj-ea"/>
                <a:ea typeface="+mj-ea"/>
              </a:rPr>
              <a:t>产品质量</a:t>
            </a:r>
            <a:r>
              <a:rPr lang="en-US" altLang="zh-CN" sz="1200" dirty="0" smtClean="0">
                <a:latin typeface="+mj-ea"/>
                <a:ea typeface="+mj-ea"/>
              </a:rPr>
              <a:t>，</a:t>
            </a:r>
            <a:r>
              <a:rPr lang="zh-CN" altLang="en-US" sz="1200" dirty="0" smtClean="0">
                <a:latin typeface="+mj-ea"/>
                <a:ea typeface="+mj-ea"/>
              </a:rPr>
              <a:t>增加代码审核流程</a:t>
            </a:r>
            <a:r>
              <a:rPr lang="en-US" altLang="zh-CN" sz="1200" dirty="0" smtClean="0">
                <a:latin typeface="+mj-ea"/>
                <a:ea typeface="+mj-ea"/>
              </a:rPr>
              <a:t>，</a:t>
            </a:r>
            <a:r>
              <a:rPr lang="zh-CN" altLang="en-US" sz="1200" dirty="0" smtClean="0">
                <a:latin typeface="+mj-ea"/>
                <a:ea typeface="+mj-ea"/>
              </a:rPr>
              <a:t>提高了质量和</a:t>
            </a:r>
            <a:r>
              <a:rPr lang="zh-CN" altLang="en-US" sz="1200" dirty="0" smtClean="0">
                <a:latin typeface="+mj-ea"/>
                <a:ea typeface="+mj-ea"/>
              </a:rPr>
              <a:t>效率</a:t>
            </a:r>
            <a:endParaRPr lang="zh-CN" altLang="en-US" sz="1200" dirty="0" smtClean="0">
              <a:latin typeface="+mj-ea"/>
              <a:ea typeface="+mj-ea"/>
            </a:endParaRPr>
          </a:p>
        </p:txBody>
      </p:sp>
      <p:sp>
        <p:nvSpPr>
          <p:cNvPr id="17" name="文本框 16"/>
          <p:cNvSpPr txBox="1"/>
          <p:nvPr/>
        </p:nvSpPr>
        <p:spPr>
          <a:xfrm>
            <a:off x="6652895" y="1004570"/>
            <a:ext cx="2084705" cy="368300"/>
          </a:xfrm>
          <a:prstGeom prst="rect">
            <a:avLst/>
          </a:prstGeom>
          <a:noFill/>
          <a:ln w="25400" cap="flat" cmpd="sng">
            <a:noFill/>
            <a:prstDash val="solid"/>
          </a:ln>
        </p:spPr>
        <p:txBody>
          <a:bodyPr wrap="square" rtlCol="0">
            <a:spAutoFit/>
          </a:bodyPr>
          <a:p>
            <a:pPr algn="ctr"/>
            <a:r>
              <a:rPr lang="zh-CN" altLang="en-US" b="1" dirty="0" smtClean="0">
                <a:latin typeface="微软雅黑" panose="020B0503020204020204" pitchFamily="34" charset="-122"/>
                <a:ea typeface="微软雅黑" panose="020B0503020204020204" pitchFamily="34" charset="-122"/>
              </a:rPr>
              <a:t>不足</a:t>
            </a:r>
            <a:endParaRPr lang="zh-CN" altLang="en-US" b="1" dirty="0" smtClean="0">
              <a:latin typeface="微软雅黑" panose="020B0503020204020204" pitchFamily="34" charset="-122"/>
              <a:ea typeface="微软雅黑" panose="020B0503020204020204" pitchFamily="34" charset="-122"/>
            </a:endParaRPr>
          </a:p>
        </p:txBody>
      </p:sp>
      <p:pic>
        <p:nvPicPr>
          <p:cNvPr id="18" name="图片 17"/>
          <p:cNvPicPr>
            <a:picLocks noChangeAspect="1"/>
          </p:cNvPicPr>
          <p:nvPr/>
        </p:nvPicPr>
        <p:blipFill>
          <a:blip r:embed="rId4"/>
          <a:stretch>
            <a:fillRect/>
          </a:stretch>
        </p:blipFill>
        <p:spPr>
          <a:xfrm>
            <a:off x="6732905" y="1517650"/>
            <a:ext cx="231140" cy="231140"/>
          </a:xfrm>
          <a:prstGeom prst="rect">
            <a:avLst/>
          </a:prstGeom>
        </p:spPr>
      </p:pic>
      <p:sp>
        <p:nvSpPr>
          <p:cNvPr id="19" name="文本框 18"/>
          <p:cNvSpPr txBox="1"/>
          <p:nvPr/>
        </p:nvSpPr>
        <p:spPr>
          <a:xfrm>
            <a:off x="6944995" y="1470660"/>
            <a:ext cx="3081655" cy="306705"/>
          </a:xfrm>
          <a:prstGeom prst="rect">
            <a:avLst/>
          </a:prstGeom>
          <a:noFill/>
          <a:ln w="25400" cap="flat" cmpd="sng">
            <a:noFill/>
            <a:prstDash val="solid"/>
          </a:ln>
        </p:spPr>
        <p:txBody>
          <a:bodyPr wrap="square" rtlCol="0">
            <a:spAutoFit/>
          </a:bodyPr>
          <a:p>
            <a:pPr algn="l"/>
            <a:r>
              <a:rPr lang="zh-CN" altLang="en-US" sz="1400" b="1" dirty="0" smtClean="0">
                <a:latin typeface="微软雅黑" panose="020B0503020204020204" pitchFamily="34" charset="-122"/>
                <a:ea typeface="微软雅黑" panose="020B0503020204020204" pitchFamily="34" charset="-122"/>
              </a:rPr>
              <a:t>业务深度理解</a:t>
            </a:r>
            <a:r>
              <a:rPr lang="zh-CN" altLang="en-US" sz="1400" b="1" dirty="0" smtClean="0">
                <a:latin typeface="微软雅黑" panose="020B0503020204020204" pitchFamily="34" charset="-122"/>
                <a:ea typeface="微软雅黑" panose="020B0503020204020204" pitchFamily="34" charset="-122"/>
              </a:rPr>
              <a:t>不够</a:t>
            </a:r>
            <a:endParaRPr lang="zh-CN" altLang="en-US" sz="1400" b="1" dirty="0" smtClean="0">
              <a:latin typeface="微软雅黑" panose="020B0503020204020204" pitchFamily="34" charset="-122"/>
              <a:ea typeface="微软雅黑" panose="020B0503020204020204" pitchFamily="34" charset="-122"/>
            </a:endParaRPr>
          </a:p>
        </p:txBody>
      </p:sp>
      <p:sp>
        <p:nvSpPr>
          <p:cNvPr id="22" name="文本框 21"/>
          <p:cNvSpPr txBox="1"/>
          <p:nvPr/>
        </p:nvSpPr>
        <p:spPr>
          <a:xfrm>
            <a:off x="6944995" y="1875155"/>
            <a:ext cx="3315970" cy="645160"/>
          </a:xfrm>
          <a:prstGeom prst="rect">
            <a:avLst/>
          </a:prstGeom>
          <a:noFill/>
          <a:ln w="25400">
            <a:noFill/>
          </a:ln>
        </p:spPr>
        <p:txBody>
          <a:bodyPr wrap="square" rtlCol="0">
            <a:spAutoFit/>
          </a:bodyPr>
          <a:p>
            <a:pPr algn="l"/>
            <a:r>
              <a:rPr lang="zh-CN" altLang="en-US" sz="1200" dirty="0" smtClean="0">
                <a:latin typeface="+mj-ea"/>
                <a:ea typeface="+mj-ea"/>
              </a:rPr>
              <a:t>在风匠业务答疑中发现风匠中的一些计算规则和处理逻辑了解的深度不够</a:t>
            </a:r>
            <a:r>
              <a:rPr lang="en-US" altLang="zh-CN" sz="1200" dirty="0" smtClean="0">
                <a:latin typeface="+mj-ea"/>
                <a:ea typeface="+mj-ea"/>
              </a:rPr>
              <a:t>，</a:t>
            </a:r>
            <a:r>
              <a:rPr lang="zh-CN" altLang="en-US" sz="1200" dirty="0" smtClean="0">
                <a:latin typeface="+mj-ea"/>
                <a:ea typeface="+mj-ea"/>
              </a:rPr>
              <a:t>经常需要和业务方反复沟通理解</a:t>
            </a:r>
            <a:endParaRPr lang="zh-CN" altLang="en-US" sz="1200" dirty="0" smtClean="0">
              <a:latin typeface="+mj-ea"/>
              <a:ea typeface="+mj-ea"/>
            </a:endParaRPr>
          </a:p>
        </p:txBody>
      </p:sp>
      <p:pic>
        <p:nvPicPr>
          <p:cNvPr id="23" name="图片 22"/>
          <p:cNvPicPr>
            <a:picLocks noChangeAspect="1"/>
          </p:cNvPicPr>
          <p:nvPr/>
        </p:nvPicPr>
        <p:blipFill>
          <a:blip r:embed="rId4"/>
          <a:stretch>
            <a:fillRect/>
          </a:stretch>
        </p:blipFill>
        <p:spPr>
          <a:xfrm>
            <a:off x="6732905" y="2684145"/>
            <a:ext cx="231140" cy="231140"/>
          </a:xfrm>
          <a:prstGeom prst="rect">
            <a:avLst/>
          </a:prstGeom>
        </p:spPr>
      </p:pic>
      <p:sp>
        <p:nvSpPr>
          <p:cNvPr id="24" name="文本框 23"/>
          <p:cNvSpPr txBox="1"/>
          <p:nvPr/>
        </p:nvSpPr>
        <p:spPr>
          <a:xfrm>
            <a:off x="6944995" y="2646680"/>
            <a:ext cx="3081655" cy="306705"/>
          </a:xfrm>
          <a:prstGeom prst="rect">
            <a:avLst/>
          </a:prstGeom>
          <a:noFill/>
          <a:ln w="25400" cap="flat" cmpd="sng">
            <a:noFill/>
            <a:prstDash val="solid"/>
          </a:ln>
        </p:spPr>
        <p:txBody>
          <a:bodyPr wrap="square" rtlCol="0">
            <a:spAutoFit/>
          </a:bodyPr>
          <a:p>
            <a:pPr algn="l"/>
            <a:r>
              <a:rPr lang="zh-CN" altLang="en-US" sz="1400" b="1" dirty="0" smtClean="0">
                <a:latin typeface="微软雅黑" panose="020B0503020204020204" pitchFamily="34" charset="-122"/>
                <a:ea typeface="微软雅黑" panose="020B0503020204020204" pitchFamily="34" charset="-122"/>
              </a:rPr>
              <a:t>需求开发中逻辑梳理不够</a:t>
            </a:r>
            <a:r>
              <a:rPr lang="zh-CN" altLang="en-US" sz="1400" b="1" dirty="0" smtClean="0">
                <a:latin typeface="微软雅黑" panose="020B0503020204020204" pitchFamily="34" charset="-122"/>
                <a:ea typeface="微软雅黑" panose="020B0503020204020204" pitchFamily="34" charset="-122"/>
              </a:rPr>
              <a:t>细致</a:t>
            </a:r>
            <a:endParaRPr lang="zh-CN" altLang="en-US" sz="1400" b="1" dirty="0" smtClean="0">
              <a:latin typeface="微软雅黑" panose="020B0503020204020204" pitchFamily="34" charset="-122"/>
              <a:ea typeface="微软雅黑" panose="020B0503020204020204" pitchFamily="34" charset="-122"/>
            </a:endParaRPr>
          </a:p>
        </p:txBody>
      </p:sp>
      <p:sp>
        <p:nvSpPr>
          <p:cNvPr id="25" name="文本框 24"/>
          <p:cNvSpPr txBox="1"/>
          <p:nvPr/>
        </p:nvSpPr>
        <p:spPr>
          <a:xfrm>
            <a:off x="6964045" y="3022600"/>
            <a:ext cx="3315970" cy="829945"/>
          </a:xfrm>
          <a:prstGeom prst="rect">
            <a:avLst/>
          </a:prstGeom>
          <a:noFill/>
          <a:ln w="25400">
            <a:noFill/>
          </a:ln>
        </p:spPr>
        <p:txBody>
          <a:bodyPr wrap="square" rtlCol="0">
            <a:spAutoFit/>
          </a:bodyPr>
          <a:p>
            <a:pPr algn="l"/>
            <a:r>
              <a:rPr lang="zh-CN" altLang="en-US" sz="1200" dirty="0" smtClean="0">
                <a:latin typeface="+mj-ea"/>
                <a:ea typeface="+mj-ea"/>
              </a:rPr>
              <a:t>未能主动识别到存在不确定性的逻辑细节，未明确标识为</a:t>
            </a:r>
            <a:r>
              <a:rPr lang="en-US" altLang="zh-CN" sz="1200" dirty="0" smtClean="0">
                <a:latin typeface="+mj-ea"/>
                <a:ea typeface="+mj-ea"/>
              </a:rPr>
              <a:t>“</a:t>
            </a:r>
            <a:r>
              <a:rPr lang="zh-CN" altLang="en-US" sz="1200" dirty="0" smtClean="0">
                <a:latin typeface="+mj-ea"/>
                <a:ea typeface="+mj-ea"/>
              </a:rPr>
              <a:t>待确认事项</a:t>
            </a:r>
            <a:r>
              <a:rPr lang="en-US" altLang="zh-CN" sz="1200" dirty="0" smtClean="0">
                <a:latin typeface="+mj-ea"/>
                <a:ea typeface="+mj-ea"/>
              </a:rPr>
              <a:t>”</a:t>
            </a:r>
            <a:r>
              <a:rPr lang="zh-CN" altLang="en-US" sz="1200" dirty="0" smtClean="0">
                <a:latin typeface="+mj-ea"/>
                <a:ea typeface="+mj-ea"/>
              </a:rPr>
              <a:t>，在实施前主动发起评审或沟通确认</a:t>
            </a:r>
            <a:r>
              <a:rPr lang="en-US" altLang="zh-CN" sz="1200" dirty="0" smtClean="0">
                <a:latin typeface="+mj-ea"/>
                <a:ea typeface="+mj-ea"/>
              </a:rPr>
              <a:t>，</a:t>
            </a:r>
            <a:r>
              <a:rPr lang="zh-CN" altLang="en-US" sz="1200" dirty="0" smtClean="0">
                <a:latin typeface="+mj-ea"/>
                <a:ea typeface="+mj-ea"/>
              </a:rPr>
              <a:t>依赖开发遇到之后在找业务团队确认</a:t>
            </a:r>
            <a:r>
              <a:rPr lang="en-US" altLang="zh-CN" sz="1200" dirty="0" smtClean="0">
                <a:latin typeface="+mj-ea"/>
                <a:ea typeface="+mj-ea"/>
              </a:rPr>
              <a:t>，</a:t>
            </a:r>
            <a:r>
              <a:rPr lang="zh-CN" altLang="en-US" sz="1200" dirty="0" smtClean="0">
                <a:latin typeface="+mj-ea"/>
                <a:ea typeface="+mj-ea"/>
              </a:rPr>
              <a:t>增加沟通</a:t>
            </a:r>
            <a:r>
              <a:rPr lang="zh-CN" altLang="en-US" sz="1200" dirty="0" smtClean="0">
                <a:latin typeface="+mj-ea"/>
                <a:ea typeface="+mj-ea"/>
              </a:rPr>
              <a:t>成本</a:t>
            </a:r>
            <a:endParaRPr lang="zh-CN" altLang="en-US" sz="1200" dirty="0" smtClean="0">
              <a:latin typeface="+mj-ea"/>
              <a:ea typeface="+mj-e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9" name="对象 78" hidden="1"/>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2" name="think-cell 幻灯片" r:id="rId2" imgW="0" imgH="0" progId="TCLayout.ActiveDocument.1">
                  <p:embed/>
                </p:oleObj>
              </mc:Choice>
              <mc:Fallback>
                <p:oleObj name="think-cell 幻灯片" r:id="rId2" imgW="0" imgH="0" progId="TCLayout.ActiveDocument.1">
                  <p:embed/>
                  <p:pic>
                    <p:nvPicPr>
                      <p:cNvPr id="0" name="对象 78" hidden="1"/>
                      <p:cNvPicPr/>
                      <p:nvPr/>
                    </p:nvPicPr>
                    <p:blipFill>
                      <a:blip r:embed="rId3"/>
                      <a:stretch>
                        <a:fillRect/>
                      </a:stretch>
                    </p:blipFill>
                    <p:spPr>
                      <a:xfrm>
                        <a:off x="1588" y="1588"/>
                        <a:ext cx="1588" cy="1588"/>
                      </a:xfrm>
                      <a:prstGeom prst="rect">
                        <a:avLst/>
                      </a:prstGeom>
                    </p:spPr>
                  </p:pic>
                </p:oleObj>
              </mc:Fallback>
            </mc:AlternateContent>
          </a:graphicData>
        </a:graphic>
      </p:graphicFrame>
      <p:sp>
        <p:nvSpPr>
          <p:cNvPr id="4" name="矩形 3"/>
          <p:cNvSpPr/>
          <p:nvPr/>
        </p:nvSpPr>
        <p:spPr>
          <a:xfrm>
            <a:off x="3231641" y="6396003"/>
            <a:ext cx="390241" cy="307777"/>
          </a:xfrm>
          <a:prstGeom prst="rect">
            <a:avLst/>
          </a:prstGeom>
        </p:spPr>
        <p:txBody>
          <a:bodyPr wrap="square" rtlCol="0" anchor="ctr">
            <a:spAutoFit/>
          </a:bodyPr>
          <a:lstStyle/>
          <a:p>
            <a:pPr algn="ctr"/>
            <a:endParaRPr lang="zh-CN" altLang="en-US" sz="1400">
              <a:ln>
                <a:solidFill>
                  <a:srgbClr val="FFC000"/>
                </a:solidFill>
              </a:ln>
              <a:latin typeface="微软雅黑" panose="020B0503020204020204" pitchFamily="34" charset="-122"/>
              <a:ea typeface="微软雅黑" panose="020B0503020204020204" pitchFamily="34" charset="-122"/>
            </a:endParaRPr>
          </a:p>
        </p:txBody>
      </p:sp>
      <p:sp>
        <p:nvSpPr>
          <p:cNvPr id="47" name="文本框 46"/>
          <p:cNvSpPr txBox="1"/>
          <p:nvPr/>
        </p:nvSpPr>
        <p:spPr>
          <a:xfrm>
            <a:off x="697580" y="269902"/>
            <a:ext cx="3611880" cy="460375"/>
          </a:xfrm>
          <a:prstGeom prst="rect">
            <a:avLst/>
          </a:prstGeom>
          <a:noFill/>
        </p:spPr>
        <p:txBody>
          <a:bodyPr wrap="none" rtlCol="0">
            <a:spAutoFit/>
          </a:bodyPr>
          <a:lstStyle/>
          <a:p>
            <a:pPr lvl="0">
              <a:defRPr/>
            </a:pPr>
            <a:r>
              <a:rPr lang="en-US" altLang="zh-CN" sz="2400" dirty="0">
                <a:solidFill>
                  <a:srgbClr val="063360"/>
                </a:solidFill>
                <a:latin typeface="微软雅黑"/>
                <a:cs typeface="Arial" panose="020B0604020202090204" pitchFamily="34" charset="0"/>
                <a:sym typeface="+mn-lt"/>
              </a:rPr>
              <a:t>03</a:t>
            </a:r>
            <a:r>
              <a:rPr lang="zh-CN" altLang="en-US" sz="2400" dirty="0">
                <a:solidFill>
                  <a:srgbClr val="063360"/>
                </a:solidFill>
                <a:latin typeface="微软雅黑"/>
                <a:cs typeface="Arial" panose="020B0604020202090204" pitchFamily="34" charset="0"/>
                <a:sym typeface="+mn-lt"/>
              </a:rPr>
              <a:t>「</a:t>
            </a:r>
            <a:r>
              <a:rPr lang="zh-CN" altLang="en-US" sz="2400" dirty="0">
                <a:solidFill>
                  <a:srgbClr val="063360"/>
                </a:solidFill>
                <a:latin typeface="微软雅黑"/>
                <a:cs typeface="Arial" panose="020B0604020202090204" pitchFamily="34" charset="0"/>
              </a:rPr>
              <a:t>第</a:t>
            </a:r>
            <a:r>
              <a:rPr lang="zh-CN" altLang="en-US" sz="2400" dirty="0">
                <a:solidFill>
                  <a:srgbClr val="063360"/>
                </a:solidFill>
                <a:latin typeface="微软雅黑"/>
                <a:cs typeface="Arial" panose="020B0604020202090204" pitchFamily="34" charset="0"/>
              </a:rPr>
              <a:t>二季度工作计划</a:t>
            </a:r>
            <a:r>
              <a:rPr lang="zh-CN" altLang="en-US" sz="2400" dirty="0">
                <a:solidFill>
                  <a:srgbClr val="063360"/>
                </a:solidFill>
                <a:latin typeface="微软雅黑"/>
                <a:cs typeface="Arial" panose="020B0604020202090204" pitchFamily="34" charset="0"/>
                <a:sym typeface="+mn-lt"/>
              </a:rPr>
              <a:t>」</a:t>
            </a:r>
            <a:endParaRPr lang="zh-CN" altLang="en-US" sz="2400" b="1" dirty="0">
              <a:solidFill>
                <a:srgbClr val="FF0000"/>
              </a:solidFill>
              <a:latin typeface="Arial" panose="020B0604020202090204" pitchFamily="34" charset="0"/>
              <a:ea typeface="微软雅黑" panose="020B0503020204020204" pitchFamily="34" charset="-122"/>
              <a:cs typeface="Arial" panose="020B0604020202090204" pitchFamily="34" charset="0"/>
              <a:sym typeface="+mn-lt"/>
            </a:endParaRPr>
          </a:p>
        </p:txBody>
      </p:sp>
      <p:sp>
        <p:nvSpPr>
          <p:cNvPr id="5" name="矩形 4"/>
          <p:cNvSpPr/>
          <p:nvPr/>
        </p:nvSpPr>
        <p:spPr>
          <a:xfrm>
            <a:off x="697865" y="873760"/>
            <a:ext cx="11070590" cy="1491615"/>
          </a:xfrm>
          <a:prstGeom prst="rect">
            <a:avLst/>
          </a:prstGeom>
          <a:solidFill>
            <a:srgbClr val="DBEBFA"/>
          </a:solidFill>
        </p:spPr>
        <p:txBody>
          <a:bodyPr wrap="square" lIns="72000" tIns="36000" rIns="72000" bIns="36000" rtlCol="0" anchor="t">
            <a:noAutofit/>
          </a:bodyPr>
          <a:lstStyle/>
          <a:p>
            <a:pPr marL="285750" lvl="0" indent="-285750" eaLnBrk="0" fontAlgn="base" hangingPunct="0">
              <a:lnSpc>
                <a:spcPct val="150000"/>
              </a:lnSpc>
              <a:spcAft>
                <a:spcPct val="0"/>
              </a:spcAft>
              <a:buFont typeface="Wingdings" panose="05000000000000000000" pitchFamily="2" charset="2"/>
              <a:buChar char="Ø"/>
              <a:defRPr/>
            </a:pPr>
            <a:r>
              <a:rPr lang="zh-CN" altLang="en-US" sz="1400" b="1" dirty="0">
                <a:solidFill>
                  <a:srgbClr val="515151"/>
                </a:solidFill>
                <a:latin typeface="微软雅黑" panose="020B0503020204020204" pitchFamily="34" charset="-122"/>
                <a:ea typeface="微软雅黑" panose="020B0503020204020204" pitchFamily="34" charset="-122"/>
              </a:rPr>
              <a:t>风匠</a:t>
            </a:r>
            <a:r>
              <a:rPr lang="en-US" altLang="zh-CN" sz="1200" dirty="0">
                <a:solidFill>
                  <a:srgbClr val="515151"/>
                </a:solidFill>
                <a:latin typeface="微软雅黑" panose="020B0503020204020204" pitchFamily="34" charset="-122"/>
                <a:ea typeface="微软雅黑" panose="020B0503020204020204" pitchFamily="34" charset="-122"/>
              </a:rPr>
              <a:t>：</a:t>
            </a:r>
            <a:endParaRPr lang="en-US" altLang="zh-CN" sz="1200" dirty="0">
              <a:solidFill>
                <a:srgbClr val="515151"/>
              </a:solidFill>
              <a:latin typeface="微软雅黑" panose="020B0503020204020204" pitchFamily="34" charset="-122"/>
              <a:ea typeface="微软雅黑" panose="020B0503020204020204" pitchFamily="34" charset="-122"/>
            </a:endParaRPr>
          </a:p>
          <a:p>
            <a:pPr marL="285750" lvl="0" indent="-285750" eaLnBrk="0" fontAlgn="base" hangingPunct="0">
              <a:lnSpc>
                <a:spcPct val="150000"/>
              </a:lnSpc>
              <a:spcAft>
                <a:spcPct val="0"/>
              </a:spcAft>
              <a:buFont typeface="Wingdings" panose="05000000000000000000" pitchFamily="2" charset="2"/>
              <a:buChar char="Ø"/>
              <a:defRPr/>
            </a:pPr>
            <a:r>
              <a:rPr lang="zh-CN" altLang="en-US" sz="1200" dirty="0">
                <a:solidFill>
                  <a:srgbClr val="515151"/>
                </a:solidFill>
                <a:latin typeface="微软雅黑" panose="020B0503020204020204" pitchFamily="34" charset="-122"/>
                <a:ea typeface="微软雅黑" panose="020B0503020204020204" pitchFamily="34" charset="-122"/>
              </a:rPr>
              <a:t>对业务需求</a:t>
            </a:r>
            <a:r>
              <a:rPr lang="en-US" altLang="zh-CN" sz="1200" dirty="0">
                <a:solidFill>
                  <a:srgbClr val="515151"/>
                </a:solidFill>
                <a:latin typeface="微软雅黑" panose="020B0503020204020204" pitchFamily="34" charset="-122"/>
                <a:ea typeface="微软雅黑" panose="020B0503020204020204" pitchFamily="34" charset="-122"/>
              </a:rPr>
              <a:t>、</a:t>
            </a:r>
            <a:r>
              <a:rPr lang="zh-CN" altLang="en-US" sz="1200" dirty="0">
                <a:solidFill>
                  <a:srgbClr val="515151"/>
                </a:solidFill>
                <a:latin typeface="微软雅黑" panose="020B0503020204020204" pitchFamily="34" charset="-122"/>
                <a:ea typeface="微软雅黑" panose="020B0503020204020204" pitchFamily="34" charset="-122"/>
              </a:rPr>
              <a:t>生产问题及时响应</a:t>
            </a:r>
            <a:r>
              <a:rPr lang="en-US" altLang="zh-CN" sz="1200" dirty="0">
                <a:solidFill>
                  <a:srgbClr val="515151"/>
                </a:solidFill>
                <a:latin typeface="微软雅黑" panose="020B0503020204020204" pitchFamily="34" charset="-122"/>
                <a:ea typeface="微软雅黑" panose="020B0503020204020204" pitchFamily="34" charset="-122"/>
              </a:rPr>
              <a:t>，</a:t>
            </a:r>
            <a:r>
              <a:rPr lang="zh-CN" altLang="en-US" sz="1200" dirty="0">
                <a:solidFill>
                  <a:srgbClr val="515151"/>
                </a:solidFill>
                <a:latin typeface="微软雅黑" panose="020B0503020204020204" pitchFamily="34" charset="-122"/>
                <a:ea typeface="微软雅黑" panose="020B0503020204020204" pitchFamily="34" charset="-122"/>
              </a:rPr>
              <a:t>保障生产问题当天处理</a:t>
            </a:r>
            <a:r>
              <a:rPr lang="en-US" altLang="zh-CN" sz="1200" dirty="0">
                <a:solidFill>
                  <a:srgbClr val="515151"/>
                </a:solidFill>
                <a:latin typeface="微软雅黑" panose="020B0503020204020204" pitchFamily="34" charset="-122"/>
                <a:ea typeface="微软雅黑" panose="020B0503020204020204" pitchFamily="34" charset="-122"/>
              </a:rPr>
              <a:t>，</a:t>
            </a:r>
            <a:r>
              <a:rPr lang="zh-CN" altLang="en-US" sz="1200" dirty="0">
                <a:solidFill>
                  <a:srgbClr val="515151"/>
                </a:solidFill>
                <a:latin typeface="微软雅黑" panose="020B0503020204020204" pitchFamily="34" charset="-122"/>
                <a:ea typeface="微软雅黑" panose="020B0503020204020204" pitchFamily="34" charset="-122"/>
              </a:rPr>
              <a:t>优化需求当周或次周上线</a:t>
            </a:r>
            <a:r>
              <a:rPr lang="en-US" altLang="zh-CN" sz="1200" dirty="0">
                <a:solidFill>
                  <a:srgbClr val="515151"/>
                </a:solidFill>
                <a:latin typeface="微软雅黑" panose="020B0503020204020204" pitchFamily="34" charset="-122"/>
                <a:ea typeface="微软雅黑" panose="020B0503020204020204" pitchFamily="34" charset="-122"/>
              </a:rPr>
              <a:t>，</a:t>
            </a:r>
            <a:r>
              <a:rPr lang="zh-CN" altLang="en-US" sz="1200" dirty="0">
                <a:solidFill>
                  <a:srgbClr val="515151"/>
                </a:solidFill>
                <a:latin typeface="微软雅黑" panose="020B0503020204020204" pitchFamily="34" charset="-122"/>
                <a:ea typeface="微软雅黑" panose="020B0503020204020204" pitchFamily="34" charset="-122"/>
              </a:rPr>
              <a:t>每周保持更新迭代</a:t>
            </a:r>
            <a:r>
              <a:rPr lang="en-US" altLang="zh-CN" sz="1200" dirty="0">
                <a:solidFill>
                  <a:srgbClr val="515151"/>
                </a:solidFill>
                <a:latin typeface="微软雅黑" panose="020B0503020204020204" pitchFamily="34" charset="-122"/>
                <a:ea typeface="微软雅黑" panose="020B0503020204020204" pitchFamily="34" charset="-122"/>
              </a:rPr>
              <a:t>，</a:t>
            </a:r>
            <a:r>
              <a:rPr lang="zh-CN" altLang="en-US" sz="1200" dirty="0">
                <a:solidFill>
                  <a:srgbClr val="515151"/>
                </a:solidFill>
                <a:latin typeface="微软雅黑" panose="020B0503020204020204" pitchFamily="34" charset="-122"/>
                <a:ea typeface="微软雅黑" panose="020B0503020204020204" pitchFamily="34" charset="-122"/>
              </a:rPr>
              <a:t>保持</a:t>
            </a:r>
            <a:r>
              <a:rPr lang="zh-CN" altLang="en-US" sz="1200" dirty="0">
                <a:solidFill>
                  <a:srgbClr val="515151"/>
                </a:solidFill>
                <a:latin typeface="微软雅黑" panose="020B0503020204020204" pitchFamily="34" charset="-122"/>
                <a:ea typeface="微软雅黑" panose="020B0503020204020204" pitchFamily="34" charset="-122"/>
                <a:sym typeface="+mn-ea"/>
              </a:rPr>
              <a:t>需求响应率</a:t>
            </a:r>
            <a:r>
              <a:rPr lang="en-US" altLang="zh-CN" sz="1200" dirty="0">
                <a:solidFill>
                  <a:srgbClr val="515151"/>
                </a:solidFill>
                <a:latin typeface="微软雅黑" panose="020B0503020204020204" pitchFamily="34" charset="-122"/>
                <a:ea typeface="微软雅黑" panose="020B0503020204020204" pitchFamily="34" charset="-122"/>
                <a:sym typeface="+mn-ea"/>
              </a:rPr>
              <a:t>100%，</a:t>
            </a:r>
            <a:r>
              <a:rPr lang="zh-CN" altLang="en-US" sz="1200" dirty="0">
                <a:solidFill>
                  <a:srgbClr val="515151"/>
                </a:solidFill>
                <a:latin typeface="微软雅黑" panose="020B0503020204020204" pitchFamily="34" charset="-122"/>
                <a:ea typeface="微软雅黑" panose="020B0503020204020204" pitchFamily="34" charset="-122"/>
              </a:rPr>
              <a:t>同时对业务满意度进行调研</a:t>
            </a:r>
            <a:r>
              <a:rPr lang="en-US" altLang="zh-CN" sz="1200" dirty="0">
                <a:solidFill>
                  <a:srgbClr val="515151"/>
                </a:solidFill>
                <a:latin typeface="微软雅黑" panose="020B0503020204020204" pitchFamily="34" charset="-122"/>
                <a:ea typeface="微软雅黑" panose="020B0503020204020204" pitchFamily="34" charset="-122"/>
              </a:rPr>
              <a:t>，</a:t>
            </a:r>
            <a:r>
              <a:rPr lang="zh-CN" altLang="en-US" sz="1200" dirty="0">
                <a:solidFill>
                  <a:srgbClr val="515151"/>
                </a:solidFill>
                <a:latin typeface="微软雅黑" panose="020B0503020204020204" pitchFamily="34" charset="-122"/>
                <a:ea typeface="微软雅黑" panose="020B0503020204020204" pitchFamily="34" charset="-122"/>
              </a:rPr>
              <a:t>依据业务反馈卡点</a:t>
            </a:r>
            <a:r>
              <a:rPr lang="en-US" altLang="zh-CN" sz="1200" dirty="0">
                <a:solidFill>
                  <a:srgbClr val="515151"/>
                </a:solidFill>
                <a:latin typeface="微软雅黑" panose="020B0503020204020204" pitchFamily="34" charset="-122"/>
                <a:ea typeface="微软雅黑" panose="020B0503020204020204" pitchFamily="34" charset="-122"/>
              </a:rPr>
              <a:t>，</a:t>
            </a:r>
            <a:r>
              <a:rPr lang="zh-CN" altLang="en-US" sz="1200" dirty="0">
                <a:solidFill>
                  <a:srgbClr val="515151"/>
                </a:solidFill>
                <a:latin typeface="微软雅黑" panose="020B0503020204020204" pitchFamily="34" charset="-122"/>
                <a:ea typeface="微软雅黑" panose="020B0503020204020204" pitchFamily="34" charset="-122"/>
              </a:rPr>
              <a:t>针对性提高业务满意度</a:t>
            </a:r>
            <a:r>
              <a:rPr lang="en-US" altLang="zh-CN" sz="1200" dirty="0">
                <a:solidFill>
                  <a:srgbClr val="515151"/>
                </a:solidFill>
                <a:latin typeface="微软雅黑" panose="020B0503020204020204" pitchFamily="34" charset="-122"/>
                <a:ea typeface="微软雅黑" panose="020B0503020204020204" pitchFamily="34" charset="-122"/>
              </a:rPr>
              <a:t>。</a:t>
            </a:r>
            <a:endParaRPr lang="en-US" altLang="zh-CN" sz="1200" dirty="0">
              <a:solidFill>
                <a:srgbClr val="515151"/>
              </a:solidFill>
              <a:latin typeface="微软雅黑" panose="020B0503020204020204" pitchFamily="34" charset="-122"/>
              <a:ea typeface="微软雅黑" panose="020B0503020204020204" pitchFamily="34" charset="-122"/>
            </a:endParaRPr>
          </a:p>
          <a:p>
            <a:pPr marL="285750" lvl="0" indent="-285750" eaLnBrk="0" fontAlgn="base" hangingPunct="0">
              <a:lnSpc>
                <a:spcPct val="150000"/>
              </a:lnSpc>
              <a:spcAft>
                <a:spcPct val="0"/>
              </a:spcAft>
              <a:buFont typeface="Wingdings" panose="05000000000000000000" pitchFamily="2" charset="2"/>
              <a:buChar char="Ø"/>
              <a:defRPr/>
            </a:pPr>
            <a:r>
              <a:rPr lang="zh-CN" altLang="en-US" sz="1200" dirty="0">
                <a:solidFill>
                  <a:srgbClr val="515151"/>
                </a:solidFill>
                <a:latin typeface="微软雅黑" panose="020B0503020204020204" pitchFamily="34" charset="-122"/>
                <a:ea typeface="微软雅黑" panose="020B0503020204020204" pitchFamily="34" charset="-122"/>
              </a:rPr>
              <a:t>开展主风向迁移至风匠</a:t>
            </a:r>
            <a:r>
              <a:rPr lang="en-US" altLang="zh-CN" sz="1200" dirty="0">
                <a:solidFill>
                  <a:srgbClr val="515151"/>
                </a:solidFill>
                <a:latin typeface="微软雅黑" panose="020B0503020204020204" pitchFamily="34" charset="-122"/>
                <a:ea typeface="微软雅黑" panose="020B0503020204020204" pitchFamily="34" charset="-122"/>
              </a:rPr>
              <a:t>3.0</a:t>
            </a:r>
            <a:r>
              <a:rPr lang="zh-CN" altLang="en-US" sz="1200" dirty="0">
                <a:solidFill>
                  <a:srgbClr val="515151"/>
                </a:solidFill>
                <a:latin typeface="微软雅黑" panose="020B0503020204020204" pitchFamily="34" charset="-122"/>
                <a:ea typeface="微软雅黑" panose="020B0503020204020204" pitchFamily="34" charset="-122"/>
              </a:rPr>
              <a:t>工作</a:t>
            </a:r>
            <a:r>
              <a:rPr lang="en-US" altLang="zh-CN" sz="1200" dirty="0">
                <a:solidFill>
                  <a:srgbClr val="515151"/>
                </a:solidFill>
                <a:latin typeface="微软雅黑" panose="020B0503020204020204" pitchFamily="34" charset="-122"/>
                <a:ea typeface="微软雅黑" panose="020B0503020204020204" pitchFamily="34" charset="-122"/>
              </a:rPr>
              <a:t>，</a:t>
            </a:r>
            <a:r>
              <a:rPr lang="zh-CN" altLang="en-US" sz="1200" dirty="0">
                <a:solidFill>
                  <a:srgbClr val="515151"/>
                </a:solidFill>
                <a:latin typeface="微软雅黑" panose="020B0503020204020204" pitchFamily="34" charset="-122"/>
                <a:ea typeface="微软雅黑" panose="020B0503020204020204" pitchFamily="34" charset="-122"/>
              </a:rPr>
              <a:t>对现有功能进行调研</a:t>
            </a:r>
            <a:r>
              <a:rPr lang="en-US" altLang="zh-CN" sz="1200" dirty="0">
                <a:solidFill>
                  <a:srgbClr val="515151"/>
                </a:solidFill>
                <a:latin typeface="微软雅黑" panose="020B0503020204020204" pitchFamily="34" charset="-122"/>
                <a:ea typeface="微软雅黑" panose="020B0503020204020204" pitchFamily="34" charset="-122"/>
              </a:rPr>
              <a:t>，</a:t>
            </a:r>
            <a:r>
              <a:rPr lang="zh-CN" altLang="en-US" sz="1200" dirty="0">
                <a:solidFill>
                  <a:srgbClr val="515151"/>
                </a:solidFill>
                <a:latin typeface="微软雅黑" panose="020B0503020204020204" pitchFamily="34" charset="-122"/>
                <a:ea typeface="微软雅黑" panose="020B0503020204020204" pitchFamily="34" charset="-122"/>
              </a:rPr>
              <a:t>开展需求评审</a:t>
            </a:r>
            <a:r>
              <a:rPr lang="en-US" altLang="zh-CN" sz="1200" dirty="0">
                <a:solidFill>
                  <a:srgbClr val="515151"/>
                </a:solidFill>
                <a:latin typeface="微软雅黑" panose="020B0503020204020204" pitchFamily="34" charset="-122"/>
                <a:ea typeface="微软雅黑" panose="020B0503020204020204" pitchFamily="34" charset="-122"/>
              </a:rPr>
              <a:t>，</a:t>
            </a:r>
            <a:r>
              <a:rPr lang="zh-CN" altLang="en-US" sz="1200" dirty="0">
                <a:solidFill>
                  <a:srgbClr val="515151"/>
                </a:solidFill>
                <a:latin typeface="微软雅黑" panose="020B0503020204020204" pitchFamily="34" charset="-122"/>
                <a:ea typeface="微软雅黑" panose="020B0503020204020204" pitchFamily="34" charset="-122"/>
              </a:rPr>
              <a:t>编写需求文档及方案设计文档</a:t>
            </a:r>
            <a:endParaRPr lang="en-US" altLang="zh-CN" sz="1200" dirty="0">
              <a:solidFill>
                <a:srgbClr val="515151"/>
              </a:solidFill>
              <a:latin typeface="微软雅黑" panose="020B0503020204020204" pitchFamily="34" charset="-122"/>
              <a:ea typeface="微软雅黑" panose="020B0503020204020204" pitchFamily="34" charset="-122"/>
            </a:endParaRPr>
          </a:p>
          <a:p>
            <a:pPr marL="285750" lvl="0" indent="-285750" eaLnBrk="0" fontAlgn="base" hangingPunct="0">
              <a:lnSpc>
                <a:spcPct val="150000"/>
              </a:lnSpc>
              <a:spcAft>
                <a:spcPct val="0"/>
              </a:spcAft>
              <a:buFont typeface="Wingdings" panose="05000000000000000000" pitchFamily="2" charset="2"/>
              <a:buChar char="Ø"/>
              <a:defRPr/>
            </a:pPr>
            <a:r>
              <a:rPr lang="zh-CN" altLang="en-US" sz="1200" dirty="0">
                <a:solidFill>
                  <a:srgbClr val="515151"/>
                </a:solidFill>
                <a:latin typeface="微软雅黑" panose="020B0503020204020204" pitchFamily="34" charset="-122"/>
                <a:ea typeface="微软雅黑" panose="020B0503020204020204" pitchFamily="34" charset="-122"/>
              </a:rPr>
              <a:t>风数据自动处理升级需求对接</a:t>
            </a:r>
            <a:r>
              <a:rPr lang="en-US" altLang="zh-CN" sz="1200" dirty="0">
                <a:solidFill>
                  <a:srgbClr val="515151"/>
                </a:solidFill>
                <a:latin typeface="微软雅黑" panose="020B0503020204020204" pitchFamily="34" charset="-122"/>
                <a:ea typeface="微软雅黑" panose="020B0503020204020204" pitchFamily="34" charset="-122"/>
              </a:rPr>
              <a:t>、</a:t>
            </a:r>
            <a:r>
              <a:rPr lang="zh-CN" altLang="en-US" sz="1200" dirty="0">
                <a:solidFill>
                  <a:srgbClr val="515151"/>
                </a:solidFill>
                <a:latin typeface="微软雅黑" panose="020B0503020204020204" pitchFamily="34" charset="-122"/>
                <a:ea typeface="微软雅黑" panose="020B0503020204020204" pitchFamily="34" charset="-122"/>
              </a:rPr>
              <a:t>开发</a:t>
            </a:r>
            <a:r>
              <a:rPr lang="zh-CN" altLang="en-US" sz="1200" dirty="0">
                <a:solidFill>
                  <a:srgbClr val="515151"/>
                </a:solidFill>
                <a:latin typeface="微软雅黑" panose="020B0503020204020204" pitchFamily="34" charset="-122"/>
                <a:ea typeface="微软雅黑" panose="020B0503020204020204" pitchFamily="34" charset="-122"/>
              </a:rPr>
              <a:t>推进</a:t>
            </a:r>
            <a:endParaRPr lang="zh-CN" altLang="en-US" sz="1200" dirty="0">
              <a:solidFill>
                <a:srgbClr val="515151"/>
              </a:solidFill>
              <a:latin typeface="微软雅黑" panose="020B0503020204020204" pitchFamily="34" charset="-122"/>
              <a:ea typeface="微软雅黑" panose="020B0503020204020204" pitchFamily="34" charset="-122"/>
            </a:endParaRPr>
          </a:p>
        </p:txBody>
      </p:sp>
      <p:sp>
        <p:nvSpPr>
          <p:cNvPr id="3" name="矩形 2"/>
          <p:cNvSpPr/>
          <p:nvPr/>
        </p:nvSpPr>
        <p:spPr>
          <a:xfrm>
            <a:off x="697865" y="2683510"/>
            <a:ext cx="11070590" cy="1330960"/>
          </a:xfrm>
          <a:prstGeom prst="rect">
            <a:avLst/>
          </a:prstGeom>
          <a:solidFill>
            <a:srgbClr val="DBEBFA"/>
          </a:solidFill>
        </p:spPr>
        <p:txBody>
          <a:bodyPr wrap="square" lIns="72000" tIns="36000" rIns="72000" bIns="36000" rtlCol="0" anchor="t">
            <a:noAutofit/>
          </a:bodyPr>
          <a:lstStyle/>
          <a:p>
            <a:pPr marL="285750" lvl="0" indent="-285750" eaLnBrk="0" fontAlgn="base" hangingPunct="0">
              <a:lnSpc>
                <a:spcPct val="150000"/>
              </a:lnSpc>
              <a:spcAft>
                <a:spcPct val="0"/>
              </a:spcAft>
              <a:buFont typeface="Wingdings" panose="05000000000000000000" pitchFamily="2" charset="2"/>
              <a:buChar char="Ø"/>
              <a:defRPr/>
            </a:pPr>
            <a:r>
              <a:rPr lang="zh-CN" altLang="en-US" sz="1400" b="1" dirty="0">
                <a:solidFill>
                  <a:srgbClr val="515151"/>
                </a:solidFill>
                <a:latin typeface="微软雅黑" panose="020B0503020204020204" pitchFamily="34" charset="-122"/>
                <a:ea typeface="微软雅黑" panose="020B0503020204020204" pitchFamily="34" charset="-122"/>
              </a:rPr>
              <a:t>气象</a:t>
            </a:r>
            <a:r>
              <a:rPr lang="en-US" altLang="zh-CN" sz="1200" dirty="0">
                <a:solidFill>
                  <a:srgbClr val="515151"/>
                </a:solidFill>
                <a:latin typeface="微软雅黑" panose="020B0503020204020204" pitchFamily="34" charset="-122"/>
                <a:ea typeface="微软雅黑" panose="020B0503020204020204" pitchFamily="34" charset="-122"/>
              </a:rPr>
              <a:t>：</a:t>
            </a:r>
            <a:endParaRPr lang="en-US" altLang="zh-CN" sz="1200" dirty="0">
              <a:solidFill>
                <a:srgbClr val="515151"/>
              </a:solidFill>
              <a:latin typeface="微软雅黑" panose="020B0503020204020204" pitchFamily="34" charset="-122"/>
              <a:ea typeface="微软雅黑" panose="020B0503020204020204" pitchFamily="34" charset="-122"/>
            </a:endParaRPr>
          </a:p>
          <a:p>
            <a:pPr marL="285750" lvl="0" indent="-285750" eaLnBrk="0" fontAlgn="base" hangingPunct="0">
              <a:lnSpc>
                <a:spcPct val="150000"/>
              </a:lnSpc>
              <a:spcAft>
                <a:spcPct val="0"/>
              </a:spcAft>
              <a:buFont typeface="Wingdings" panose="05000000000000000000" pitchFamily="2" charset="2"/>
              <a:buChar char="Ø"/>
              <a:defRPr/>
            </a:pPr>
            <a:r>
              <a:rPr lang="zh-CN" altLang="en-US" sz="1200" dirty="0">
                <a:solidFill>
                  <a:srgbClr val="515151"/>
                </a:solidFill>
                <a:latin typeface="微软雅黑" panose="020B0503020204020204" pitchFamily="34" charset="-122"/>
                <a:ea typeface="微软雅黑" panose="020B0503020204020204" pitchFamily="34" charset="-122"/>
              </a:rPr>
              <a:t>完成气象预警平台重构</a:t>
            </a:r>
            <a:r>
              <a:rPr lang="en-US" altLang="zh-CN" sz="1200" dirty="0">
                <a:solidFill>
                  <a:srgbClr val="515151"/>
                </a:solidFill>
                <a:latin typeface="微软雅黑" panose="020B0503020204020204" pitchFamily="34" charset="-122"/>
                <a:ea typeface="微软雅黑" panose="020B0503020204020204" pitchFamily="34" charset="-122"/>
              </a:rPr>
              <a:t>，</a:t>
            </a:r>
            <a:r>
              <a:rPr lang="zh-CN" altLang="en-US" sz="1200" dirty="0">
                <a:solidFill>
                  <a:srgbClr val="515151"/>
                </a:solidFill>
                <a:latin typeface="微软雅黑" panose="020B0503020204020204" pitchFamily="34" charset="-122"/>
                <a:ea typeface="微软雅黑" panose="020B0503020204020204" pitchFamily="34" charset="-122"/>
              </a:rPr>
              <a:t>达成预警算法对接</a:t>
            </a:r>
            <a:r>
              <a:rPr lang="en-US" altLang="zh-CN" sz="1200" dirty="0">
                <a:solidFill>
                  <a:srgbClr val="515151"/>
                </a:solidFill>
                <a:latin typeface="微软雅黑" panose="020B0503020204020204" pitchFamily="34" charset="-122"/>
                <a:ea typeface="微软雅黑" panose="020B0503020204020204" pitchFamily="34" charset="-122"/>
              </a:rPr>
              <a:t>100%，</a:t>
            </a:r>
            <a:r>
              <a:rPr lang="zh-CN" altLang="en-US" sz="1200" dirty="0">
                <a:solidFill>
                  <a:srgbClr val="515151"/>
                </a:solidFill>
                <a:latin typeface="微软雅黑" panose="020B0503020204020204" pitchFamily="34" charset="-122"/>
                <a:ea typeface="微软雅黑" panose="020B0503020204020204" pitchFamily="34" charset="-122"/>
              </a:rPr>
              <a:t>一阶段开发实现</a:t>
            </a:r>
            <a:r>
              <a:rPr lang="en-US" altLang="zh-CN" sz="1200" dirty="0">
                <a:solidFill>
                  <a:srgbClr val="515151"/>
                </a:solidFill>
                <a:latin typeface="微软雅黑" panose="020B0503020204020204" pitchFamily="34" charset="-122"/>
                <a:ea typeface="微软雅黑" panose="020B0503020204020204" pitchFamily="34" charset="-122"/>
              </a:rPr>
              <a:t>100%，</a:t>
            </a:r>
            <a:r>
              <a:rPr lang="zh-CN" altLang="en-US" sz="1200" dirty="0">
                <a:solidFill>
                  <a:srgbClr val="515151"/>
                </a:solidFill>
                <a:latin typeface="微软雅黑" panose="020B0503020204020204" pitchFamily="34" charset="-122"/>
                <a:ea typeface="微软雅黑" panose="020B0503020204020204" pitchFamily="34" charset="-122"/>
              </a:rPr>
              <a:t>实现业务需求满足率</a:t>
            </a:r>
            <a:r>
              <a:rPr lang="en-US" altLang="zh-CN" sz="1200" dirty="0">
                <a:solidFill>
                  <a:srgbClr val="515151"/>
                </a:solidFill>
                <a:latin typeface="微软雅黑" panose="020B0503020204020204" pitchFamily="34" charset="-122"/>
                <a:ea typeface="微软雅黑" panose="020B0503020204020204" pitchFamily="34" charset="-122"/>
              </a:rPr>
              <a:t>100%</a:t>
            </a:r>
            <a:endParaRPr lang="en-US" altLang="zh-CN" sz="1200" dirty="0">
              <a:solidFill>
                <a:srgbClr val="515151"/>
              </a:solidFill>
              <a:latin typeface="微软雅黑" panose="020B0503020204020204" pitchFamily="34" charset="-122"/>
              <a:ea typeface="微软雅黑" panose="020B0503020204020204" pitchFamily="34" charset="-122"/>
            </a:endParaRPr>
          </a:p>
          <a:p>
            <a:pPr marL="285750" lvl="0" indent="-285750" eaLnBrk="0" fontAlgn="base" hangingPunct="0">
              <a:lnSpc>
                <a:spcPct val="150000"/>
              </a:lnSpc>
              <a:spcAft>
                <a:spcPct val="0"/>
              </a:spcAft>
              <a:buFont typeface="Wingdings" panose="05000000000000000000" pitchFamily="2" charset="2"/>
              <a:buChar char="Ø"/>
              <a:defRPr/>
            </a:pPr>
            <a:r>
              <a:rPr lang="zh-CN" altLang="en-US" sz="1200" dirty="0">
                <a:solidFill>
                  <a:srgbClr val="515151"/>
                </a:solidFill>
                <a:latin typeface="微软雅黑" panose="020B0503020204020204" pitchFamily="34" charset="-122"/>
                <a:ea typeface="微软雅黑" panose="020B0503020204020204" pitchFamily="34" charset="-122"/>
              </a:rPr>
              <a:t>完成需求文档</a:t>
            </a:r>
            <a:r>
              <a:rPr lang="en-US" altLang="zh-CN" sz="1200" dirty="0">
                <a:solidFill>
                  <a:srgbClr val="515151"/>
                </a:solidFill>
                <a:latin typeface="微软雅黑" panose="020B0503020204020204" pitchFamily="34" charset="-122"/>
                <a:ea typeface="微软雅黑" panose="020B0503020204020204" pitchFamily="34" charset="-122"/>
              </a:rPr>
              <a:t>、</a:t>
            </a:r>
            <a:r>
              <a:rPr lang="zh-CN" altLang="en-US" sz="1200" dirty="0">
                <a:solidFill>
                  <a:srgbClr val="515151"/>
                </a:solidFill>
                <a:latin typeface="微软雅黑" panose="020B0503020204020204" pitchFamily="34" charset="-122"/>
                <a:ea typeface="微软雅黑" panose="020B0503020204020204" pitchFamily="34" charset="-122"/>
              </a:rPr>
              <a:t>算法集成文档</a:t>
            </a:r>
            <a:r>
              <a:rPr lang="en-US" altLang="zh-CN" sz="1200" dirty="0">
                <a:solidFill>
                  <a:srgbClr val="515151"/>
                </a:solidFill>
                <a:latin typeface="微软雅黑" panose="020B0503020204020204" pitchFamily="34" charset="-122"/>
                <a:ea typeface="微软雅黑" panose="020B0503020204020204" pitchFamily="34" charset="-122"/>
              </a:rPr>
              <a:t>、</a:t>
            </a:r>
            <a:r>
              <a:rPr lang="zh-CN" altLang="en-US" sz="1200" dirty="0">
                <a:solidFill>
                  <a:srgbClr val="515151"/>
                </a:solidFill>
                <a:latin typeface="微软雅黑" panose="020B0503020204020204" pitchFamily="34" charset="-122"/>
                <a:ea typeface="微软雅黑" panose="020B0503020204020204" pitchFamily="34" charset="-122"/>
              </a:rPr>
              <a:t>方案设计文档</a:t>
            </a:r>
            <a:r>
              <a:rPr lang="en-US" altLang="zh-CN" sz="1200" dirty="0">
                <a:solidFill>
                  <a:srgbClr val="515151"/>
                </a:solidFill>
                <a:latin typeface="微软雅黑" panose="020B0503020204020204" pitchFamily="34" charset="-122"/>
                <a:ea typeface="微软雅黑" panose="020B0503020204020204" pitchFamily="34" charset="-122"/>
              </a:rPr>
              <a:t>、</a:t>
            </a:r>
            <a:r>
              <a:rPr lang="zh-CN" altLang="en-US" sz="1200" dirty="0">
                <a:solidFill>
                  <a:srgbClr val="515151"/>
                </a:solidFill>
                <a:latin typeface="微软雅黑" panose="020B0503020204020204" pitchFamily="34" charset="-122"/>
                <a:ea typeface="微软雅黑" panose="020B0503020204020204" pitchFamily="34" charset="-122"/>
              </a:rPr>
              <a:t>测试文档</a:t>
            </a:r>
            <a:r>
              <a:rPr lang="en-US" altLang="zh-CN" sz="1200" dirty="0">
                <a:solidFill>
                  <a:srgbClr val="515151"/>
                </a:solidFill>
                <a:latin typeface="微软雅黑" panose="020B0503020204020204" pitchFamily="34" charset="-122"/>
                <a:ea typeface="微软雅黑" panose="020B0503020204020204" pitchFamily="34" charset="-122"/>
              </a:rPr>
              <a:t>、</a:t>
            </a:r>
            <a:r>
              <a:rPr lang="zh-CN" altLang="en-US" sz="1200" dirty="0">
                <a:solidFill>
                  <a:srgbClr val="515151"/>
                </a:solidFill>
                <a:latin typeface="微软雅黑" panose="020B0503020204020204" pitchFamily="34" charset="-122"/>
                <a:ea typeface="微软雅黑" panose="020B0503020204020204" pitchFamily="34" charset="-122"/>
              </a:rPr>
              <a:t>上线评审</a:t>
            </a:r>
            <a:r>
              <a:rPr lang="en-US" altLang="zh-CN" sz="1200" dirty="0">
                <a:solidFill>
                  <a:srgbClr val="515151"/>
                </a:solidFill>
                <a:latin typeface="微软雅黑" panose="020B0503020204020204" pitchFamily="34" charset="-122"/>
                <a:ea typeface="微软雅黑" panose="020B0503020204020204" pitchFamily="34" charset="-122"/>
              </a:rPr>
              <a:t>，</a:t>
            </a:r>
            <a:r>
              <a:rPr lang="zh-CN" altLang="en-US" sz="1200" dirty="0">
                <a:solidFill>
                  <a:srgbClr val="515151"/>
                </a:solidFill>
                <a:latin typeface="微软雅黑" panose="020B0503020204020204" pitchFamily="34" charset="-122"/>
                <a:ea typeface="微软雅黑" panose="020B0503020204020204" pitchFamily="34" charset="-122"/>
              </a:rPr>
              <a:t>对重构产品形成知识沉淀</a:t>
            </a:r>
            <a:endParaRPr lang="zh-CN" altLang="en-US" sz="1200" dirty="0">
              <a:solidFill>
                <a:srgbClr val="515151"/>
              </a:solidFill>
              <a:latin typeface="微软雅黑" panose="020B0503020204020204" pitchFamily="34" charset="-122"/>
              <a:ea typeface="微软雅黑" panose="020B0503020204020204" pitchFamily="34" charset="-122"/>
            </a:endParaRPr>
          </a:p>
          <a:p>
            <a:pPr marL="285750" lvl="0" indent="-285750" eaLnBrk="0" fontAlgn="base" hangingPunct="0">
              <a:lnSpc>
                <a:spcPct val="150000"/>
              </a:lnSpc>
              <a:spcAft>
                <a:spcPct val="0"/>
              </a:spcAft>
              <a:buFont typeface="Wingdings" panose="05000000000000000000" pitchFamily="2" charset="2"/>
              <a:buChar char="Ø"/>
              <a:defRPr/>
            </a:pPr>
            <a:r>
              <a:rPr kumimoji="1" lang="en-US" altLang="zh-CN" sz="1200" dirty="0">
                <a:latin typeface="微软雅黑" panose="020B0503020204020204" pitchFamily="34" charset="-122"/>
                <a:ea typeface="微软雅黑" panose="020B0503020204020204" pitchFamily="34" charset="-122"/>
                <a:cs typeface="+mn-ea"/>
                <a:sym typeface="+mn-ea"/>
              </a:rPr>
              <a:t>4</a:t>
            </a:r>
            <a:r>
              <a:rPr kumimoji="1" lang="zh-CN" altLang="en-US" sz="1200" dirty="0">
                <a:latin typeface="微软雅黑" panose="020B0503020204020204" pitchFamily="34" charset="-122"/>
                <a:ea typeface="微软雅黑" panose="020B0503020204020204" pitchFamily="34" charset="-122"/>
                <a:cs typeface="+mn-ea"/>
                <a:sym typeface="+mn-ea"/>
              </a:rPr>
              <a:t>月启动开发工作</a:t>
            </a:r>
            <a:r>
              <a:rPr kumimoji="1" lang="en-US" altLang="zh-CN" sz="1200" dirty="0">
                <a:latin typeface="微软雅黑" panose="020B0503020204020204" pitchFamily="34" charset="-122"/>
                <a:ea typeface="微软雅黑" panose="020B0503020204020204" pitchFamily="34" charset="-122"/>
                <a:cs typeface="+mn-ea"/>
                <a:sym typeface="+mn-ea"/>
              </a:rPr>
              <a:t>，</a:t>
            </a:r>
            <a:r>
              <a:rPr kumimoji="1" lang="zh-CN" altLang="en-US" sz="1200" dirty="0">
                <a:latin typeface="微软雅黑" panose="020B0503020204020204" pitchFamily="34" charset="-122"/>
                <a:ea typeface="微软雅黑" panose="020B0503020204020204" pitchFamily="34" charset="-122"/>
                <a:cs typeface="+mn-ea"/>
                <a:sym typeface="+mn-ea"/>
              </a:rPr>
              <a:t>同时</a:t>
            </a:r>
            <a:r>
              <a:rPr kumimoji="1" lang="en-US" altLang="zh-CN" sz="1200" dirty="0">
                <a:latin typeface="微软雅黑" panose="020B0503020204020204" pitchFamily="34" charset="-122"/>
                <a:ea typeface="微软雅黑" panose="020B0503020204020204" pitchFamily="34" charset="-122"/>
                <a:cs typeface="+mn-ea"/>
                <a:sym typeface="+mn-ea"/>
              </a:rPr>
              <a:t>4</a:t>
            </a:r>
            <a:r>
              <a:rPr kumimoji="1" lang="zh-CN" altLang="en-US" sz="1200" dirty="0">
                <a:latin typeface="微软雅黑" panose="020B0503020204020204" pitchFamily="34" charset="-122"/>
                <a:ea typeface="微软雅黑" panose="020B0503020204020204" pitchFamily="34" charset="-122"/>
                <a:cs typeface="+mn-ea"/>
                <a:sym typeface="+mn-ea"/>
              </a:rPr>
              <a:t>月底完成算法对接工作</a:t>
            </a:r>
            <a:r>
              <a:rPr kumimoji="1" lang="en-US" altLang="zh-CN" sz="1200" dirty="0">
                <a:latin typeface="微软雅黑" panose="020B0503020204020204" pitchFamily="34" charset="-122"/>
                <a:ea typeface="微软雅黑" panose="020B0503020204020204" pitchFamily="34" charset="-122"/>
                <a:cs typeface="+mn-ea"/>
                <a:sym typeface="+mn-ea"/>
              </a:rPr>
              <a:t>、6</a:t>
            </a:r>
            <a:r>
              <a:rPr kumimoji="1" lang="zh-CN" altLang="en-US" sz="1200" dirty="0">
                <a:latin typeface="微软雅黑" panose="020B0503020204020204" pitchFamily="34" charset="-122"/>
                <a:ea typeface="微软雅黑" panose="020B0503020204020204" pitchFamily="34" charset="-122"/>
                <a:cs typeface="+mn-ea"/>
                <a:sym typeface="+mn-ea"/>
              </a:rPr>
              <a:t>月底完成全部开发</a:t>
            </a:r>
            <a:r>
              <a:rPr kumimoji="1" lang="en-US" altLang="zh-CN" sz="1200" dirty="0">
                <a:latin typeface="微软雅黑" panose="020B0503020204020204" pitchFamily="34" charset="-122"/>
                <a:ea typeface="微软雅黑" panose="020B0503020204020204" pitchFamily="34" charset="-122"/>
                <a:cs typeface="+mn-ea"/>
                <a:sym typeface="+mn-ea"/>
              </a:rPr>
              <a:t>、</a:t>
            </a:r>
            <a:r>
              <a:rPr kumimoji="1" lang="zh-CN" altLang="en-US" sz="1200" dirty="0">
                <a:latin typeface="微软雅黑" panose="020B0503020204020204" pitchFamily="34" charset="-122"/>
                <a:ea typeface="微软雅黑" panose="020B0503020204020204" pitchFamily="34" charset="-122"/>
                <a:cs typeface="+mn-ea"/>
                <a:sym typeface="+mn-ea"/>
              </a:rPr>
              <a:t>测试工作</a:t>
            </a:r>
            <a:endParaRPr lang="en-US" altLang="zh-CN" sz="1200" dirty="0">
              <a:solidFill>
                <a:srgbClr val="515151"/>
              </a:solidFill>
              <a:latin typeface="微软雅黑" panose="020B0503020204020204" pitchFamily="34" charset="-122"/>
              <a:ea typeface="微软雅黑" panose="020B0503020204020204" pitchFamily="34" charset="-122"/>
            </a:endParaRPr>
          </a:p>
        </p:txBody>
      </p:sp>
      <p:sp>
        <p:nvSpPr>
          <p:cNvPr id="6" name="矩形 5"/>
          <p:cNvSpPr/>
          <p:nvPr/>
        </p:nvSpPr>
        <p:spPr>
          <a:xfrm>
            <a:off x="697865" y="4332605"/>
            <a:ext cx="11070590" cy="1330960"/>
          </a:xfrm>
          <a:prstGeom prst="rect">
            <a:avLst/>
          </a:prstGeom>
          <a:solidFill>
            <a:srgbClr val="DBEBFA"/>
          </a:solidFill>
        </p:spPr>
        <p:txBody>
          <a:bodyPr wrap="square" lIns="72000" tIns="36000" rIns="72000" bIns="36000" rtlCol="0" anchor="t">
            <a:noAutofit/>
          </a:bodyPr>
          <a:lstStyle/>
          <a:p>
            <a:pPr marL="285750" lvl="0" indent="-285750" eaLnBrk="0" fontAlgn="base" hangingPunct="0">
              <a:lnSpc>
                <a:spcPct val="150000"/>
              </a:lnSpc>
              <a:spcAft>
                <a:spcPct val="0"/>
              </a:spcAft>
              <a:buFont typeface="Wingdings" panose="05000000000000000000" pitchFamily="2" charset="2"/>
              <a:buChar char="Ø"/>
              <a:defRPr/>
            </a:pPr>
            <a:r>
              <a:rPr lang="zh-CN" altLang="en-US" sz="1400" b="1" dirty="0">
                <a:solidFill>
                  <a:srgbClr val="515151"/>
                </a:solidFill>
                <a:latin typeface="微软雅黑" panose="020B0503020204020204" pitchFamily="34" charset="-122"/>
                <a:ea typeface="微软雅黑" panose="020B0503020204020204" pitchFamily="34" charset="-122"/>
              </a:rPr>
              <a:t>其他</a:t>
            </a:r>
            <a:r>
              <a:rPr lang="en-US" altLang="zh-CN" sz="1200" dirty="0">
                <a:solidFill>
                  <a:srgbClr val="515151"/>
                </a:solidFill>
                <a:latin typeface="微软雅黑" panose="020B0503020204020204" pitchFamily="34" charset="-122"/>
                <a:ea typeface="微软雅黑" panose="020B0503020204020204" pitchFamily="34" charset="-122"/>
              </a:rPr>
              <a:t>：</a:t>
            </a:r>
            <a:endParaRPr lang="en-US" altLang="zh-CN" sz="1200" dirty="0">
              <a:solidFill>
                <a:srgbClr val="515151"/>
              </a:solidFill>
              <a:latin typeface="微软雅黑" panose="020B0503020204020204" pitchFamily="34" charset="-122"/>
              <a:ea typeface="微软雅黑" panose="020B0503020204020204" pitchFamily="34" charset="-122"/>
            </a:endParaRPr>
          </a:p>
          <a:p>
            <a:pPr marL="285750" lvl="0" indent="-285750" eaLnBrk="0" fontAlgn="base" hangingPunct="0">
              <a:lnSpc>
                <a:spcPct val="150000"/>
              </a:lnSpc>
              <a:spcAft>
                <a:spcPct val="0"/>
              </a:spcAft>
              <a:buFont typeface="Wingdings" panose="05000000000000000000" pitchFamily="2" charset="2"/>
              <a:buChar char="Ø"/>
              <a:defRPr/>
            </a:pPr>
            <a:r>
              <a:rPr lang="zh-CN" altLang="en-US" sz="1200" dirty="0">
                <a:solidFill>
                  <a:srgbClr val="515151"/>
                </a:solidFill>
                <a:latin typeface="微软雅黑" panose="020B0503020204020204" pitchFamily="34" charset="-122"/>
                <a:ea typeface="微软雅黑" panose="020B0503020204020204" pitchFamily="34" charset="-122"/>
              </a:rPr>
              <a:t>市场化项目</a:t>
            </a:r>
            <a:r>
              <a:rPr lang="en-US" altLang="zh-CN" sz="1200" dirty="0">
                <a:solidFill>
                  <a:srgbClr val="515151"/>
                </a:solidFill>
                <a:latin typeface="微软雅黑" panose="020B0503020204020204" pitchFamily="34" charset="-122"/>
                <a:ea typeface="微软雅黑" panose="020B0503020204020204" pitchFamily="34" charset="-122"/>
              </a:rPr>
              <a:t>：</a:t>
            </a:r>
            <a:r>
              <a:rPr lang="zh-CN" altLang="en-US" sz="1200" dirty="0">
                <a:solidFill>
                  <a:srgbClr val="515151"/>
                </a:solidFill>
                <a:latin typeface="微软雅黑" panose="020B0503020204020204" pitchFamily="34" charset="-122"/>
                <a:ea typeface="微软雅黑" panose="020B0503020204020204" pitchFamily="34" charset="-122"/>
              </a:rPr>
              <a:t>龙源后评估市场化项目完成验收工作</a:t>
            </a:r>
            <a:endParaRPr lang="en-US" altLang="zh-CN" sz="1200" dirty="0">
              <a:solidFill>
                <a:srgbClr val="515151"/>
              </a:solidFill>
              <a:latin typeface="微软雅黑" panose="020B0503020204020204" pitchFamily="34" charset="-122"/>
              <a:ea typeface="微软雅黑" panose="020B0503020204020204" pitchFamily="34" charset="-122"/>
            </a:endParaRPr>
          </a:p>
          <a:p>
            <a:pPr marL="285750" lvl="0" indent="-285750" eaLnBrk="0" fontAlgn="base" hangingPunct="0">
              <a:lnSpc>
                <a:spcPct val="150000"/>
              </a:lnSpc>
              <a:spcAft>
                <a:spcPct val="0"/>
              </a:spcAft>
              <a:buFont typeface="Wingdings" panose="05000000000000000000" pitchFamily="2" charset="2"/>
              <a:buChar char="Ø"/>
              <a:defRPr/>
            </a:pPr>
            <a:r>
              <a:rPr lang="zh-CN" altLang="en-US" sz="1200" dirty="0">
                <a:solidFill>
                  <a:srgbClr val="515151"/>
                </a:solidFill>
                <a:latin typeface="微软雅黑" panose="020B0503020204020204" pitchFamily="34" charset="-122"/>
                <a:ea typeface="微软雅黑" panose="020B0503020204020204" pitchFamily="34" charset="-122"/>
              </a:rPr>
              <a:t>国内</a:t>
            </a:r>
            <a:r>
              <a:rPr lang="en-US" altLang="zh-CN" sz="1200" dirty="0">
                <a:solidFill>
                  <a:srgbClr val="515151"/>
                </a:solidFill>
                <a:latin typeface="微软雅黑" panose="020B0503020204020204" pitchFamily="34" charset="-122"/>
                <a:ea typeface="微软雅黑" panose="020B0503020204020204" pitchFamily="34" charset="-122"/>
              </a:rPr>
              <a:t>ITR</a:t>
            </a:r>
            <a:r>
              <a:rPr lang="zh-CN" altLang="en-US" sz="1200" dirty="0">
                <a:solidFill>
                  <a:srgbClr val="515151"/>
                </a:solidFill>
                <a:latin typeface="微软雅黑" panose="020B0503020204020204" pitchFamily="34" charset="-122"/>
                <a:ea typeface="微软雅黑" panose="020B0503020204020204" pitchFamily="34" charset="-122"/>
              </a:rPr>
              <a:t>项目：依据业务需求持续</a:t>
            </a:r>
            <a:r>
              <a:rPr lang="zh-CN" altLang="en-US" sz="1200" dirty="0">
                <a:solidFill>
                  <a:srgbClr val="515151"/>
                </a:solidFill>
                <a:latin typeface="微软雅黑" panose="020B0503020204020204" pitchFamily="34" charset="-122"/>
                <a:ea typeface="微软雅黑" panose="020B0503020204020204" pitchFamily="34" charset="-122"/>
              </a:rPr>
              <a:t>优化</a:t>
            </a:r>
            <a:endParaRPr lang="zh-CN" altLang="en-US" sz="1200" dirty="0">
              <a:solidFill>
                <a:srgbClr val="515151"/>
              </a:solidFill>
              <a:latin typeface="微软雅黑" panose="020B0503020204020204" pitchFamily="34" charset="-122"/>
              <a:ea typeface="微软雅黑" panose="020B0503020204020204" pitchFamily="34" charset="-122"/>
            </a:endParaRPr>
          </a:p>
          <a:p>
            <a:pPr marL="285750" lvl="0" indent="-285750" eaLnBrk="0" fontAlgn="base" hangingPunct="0">
              <a:lnSpc>
                <a:spcPct val="150000"/>
              </a:lnSpc>
              <a:spcAft>
                <a:spcPct val="0"/>
              </a:spcAft>
              <a:buFont typeface="Wingdings" panose="05000000000000000000" pitchFamily="2" charset="2"/>
              <a:buChar char="Ø"/>
              <a:defRPr/>
            </a:pPr>
            <a:r>
              <a:rPr lang="zh-CN" altLang="en-US" sz="1200" dirty="0">
                <a:solidFill>
                  <a:srgbClr val="515151"/>
                </a:solidFill>
                <a:latin typeface="微软雅黑" panose="020B0503020204020204" pitchFamily="34" charset="-122"/>
                <a:ea typeface="微软雅黑" panose="020B0503020204020204" pitchFamily="34" charset="-122"/>
              </a:rPr>
              <a:t>国际</a:t>
            </a:r>
            <a:r>
              <a:rPr lang="en-US" altLang="zh-CN" sz="1200" dirty="0">
                <a:solidFill>
                  <a:srgbClr val="515151"/>
                </a:solidFill>
                <a:latin typeface="微软雅黑" panose="020B0503020204020204" pitchFamily="34" charset="-122"/>
                <a:ea typeface="微软雅黑" panose="020B0503020204020204" pitchFamily="34" charset="-122"/>
              </a:rPr>
              <a:t>ITR</a:t>
            </a:r>
            <a:r>
              <a:rPr lang="zh-CN" altLang="en-US" sz="1200" dirty="0">
                <a:solidFill>
                  <a:srgbClr val="515151"/>
                </a:solidFill>
                <a:latin typeface="微软雅黑" panose="020B0503020204020204" pitchFamily="34" charset="-122"/>
                <a:ea typeface="微软雅黑" panose="020B0503020204020204" pitchFamily="34" charset="-122"/>
              </a:rPr>
              <a:t>项目</a:t>
            </a:r>
            <a:r>
              <a:rPr lang="en-US" altLang="zh-CN" sz="1200" dirty="0">
                <a:solidFill>
                  <a:srgbClr val="515151"/>
                </a:solidFill>
                <a:latin typeface="微软雅黑" panose="020B0503020204020204" pitchFamily="34" charset="-122"/>
                <a:ea typeface="微软雅黑" panose="020B0503020204020204" pitchFamily="34" charset="-122"/>
              </a:rPr>
              <a:t>：</a:t>
            </a:r>
            <a:r>
              <a:rPr lang="zh-CN" altLang="en-US" sz="1200" dirty="0">
                <a:solidFill>
                  <a:srgbClr val="515151"/>
                </a:solidFill>
                <a:latin typeface="微软雅黑" panose="020B0503020204020204" pitchFamily="34" charset="-122"/>
                <a:ea typeface="微软雅黑" panose="020B0503020204020204" pitchFamily="34" charset="-122"/>
                <a:sym typeface="+mn-ea"/>
              </a:rPr>
              <a:t>依据业务需求持续优化</a:t>
            </a:r>
            <a:endParaRPr lang="en-US" altLang="zh-CN" sz="1200" dirty="0">
              <a:solidFill>
                <a:srgbClr val="515151"/>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编号占位符 1"/>
          <p:cNvSpPr>
            <a:spLocks noGrp="1"/>
          </p:cNvSpPr>
          <p:nvPr>
            <p:ph type="sldNum" sz="quarter" idx="12"/>
          </p:nvPr>
        </p:nvSpPr>
        <p:spPr>
          <a:xfrm>
            <a:off x="11496675" y="5949950"/>
            <a:ext cx="695324" cy="908050"/>
          </a:xfrm>
          <a:prstGeom prst="rect">
            <a:avLst/>
          </a:prstGeom>
        </p:spPr>
        <p:txBody>
          <a:bodyPr vert="horz" lIns="0" tIns="0" rIns="0" bIns="0" rtlCol="0" anchor="ctr"/>
          <a:lstStyle>
            <a:defPPr>
              <a:defRPr lang="zh-CN"/>
            </a:defPPr>
            <a:lvl1pPr marL="0" algn="ctr" defTabSz="914400" rtl="0" eaLnBrk="1" latinLnBrk="0" hangingPunct="1">
              <a:defRPr sz="1100" kern="1200">
                <a:solidFill>
                  <a:schemeClr val="bg1"/>
                </a:solidFill>
                <a:latin typeface="DIN Alternate" panose="020B0500000000000000" charset="0"/>
                <a:ea typeface="DIN Alternate" panose="020B0500000000000000" charset="0"/>
                <a:cs typeface="DIN Alternate" panose="020B0500000000000000"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12EF67B-7566-E64E-A5A4-F6327E453F64}" type="slidenum">
              <a:rPr kumimoji="1" lang="zh-CN" altLang="en-US" smtClean="0"/>
            </a:fld>
            <a:endParaRPr kumimoji="1" lang="zh-CN" altLang="en-US"/>
          </a:p>
        </p:txBody>
      </p:sp>
      <p:sp>
        <p:nvSpPr>
          <p:cNvPr id="3" name="矩形 2"/>
          <p:cNvSpPr/>
          <p:nvPr/>
        </p:nvSpPr>
        <p:spPr>
          <a:xfrm rot="16200000">
            <a:off x="-2172335" y="3082288"/>
            <a:ext cx="5040000" cy="69532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r>
              <a:rPr kumimoji="1" lang="de-DE" altLang="zh-CN" sz="800" b="0" i="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GOLDWIND SCIENCE &amp; TECHNOLOGY CO., LTD.</a:t>
            </a:r>
            <a:endParaRPr kumimoji="1" lang="zh-CN" altLang="en-US" sz="800" b="0" i="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p:txBody>
      </p:sp>
      <p:cxnSp>
        <p:nvCxnSpPr>
          <p:cNvPr id="5" name="直线连接符 4"/>
          <p:cNvCxnSpPr/>
          <p:nvPr/>
        </p:nvCxnSpPr>
        <p:spPr>
          <a:xfrm>
            <a:off x="693516" y="0"/>
            <a:ext cx="0" cy="6858000"/>
          </a:xfrm>
          <a:prstGeom prst="line">
            <a:avLst/>
          </a:prstGeom>
          <a:ln>
            <a:solidFill>
              <a:srgbClr val="DDDDDD"/>
            </a:solidFill>
          </a:ln>
        </p:spPr>
        <p:style>
          <a:lnRef idx="1">
            <a:schemeClr val="accent1"/>
          </a:lnRef>
          <a:fillRef idx="0">
            <a:schemeClr val="accent1"/>
          </a:fillRef>
          <a:effectRef idx="0">
            <a:schemeClr val="accent1"/>
          </a:effectRef>
          <a:fontRef idx="minor">
            <a:schemeClr val="tx1"/>
          </a:fontRef>
        </p:style>
      </p:cxnSp>
      <p:sp>
        <p:nvSpPr>
          <p:cNvPr id="6" name="矩形 5"/>
          <p:cNvSpPr/>
          <p:nvPr/>
        </p:nvSpPr>
        <p:spPr>
          <a:xfrm>
            <a:off x="695325" y="1631072"/>
            <a:ext cx="25200" cy="720000"/>
          </a:xfrm>
          <a:prstGeom prst="rect">
            <a:avLst/>
          </a:prstGeom>
          <a:solidFill>
            <a:srgbClr val="0633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 name="文本占位符 2"/>
          <p:cNvSpPr txBox="1"/>
          <p:nvPr/>
        </p:nvSpPr>
        <p:spPr>
          <a:xfrm>
            <a:off x="1774824" y="632979"/>
            <a:ext cx="7561264" cy="1441450"/>
          </a:xfrm>
          <a:prstGeom prst="rect">
            <a:avLst/>
          </a:prstGeom>
        </p:spPr>
        <p:txBody>
          <a:bodyPr lIns="0" tIns="0" rIns="0" bIns="0"/>
          <a:lstStyle>
            <a:lvl1pPr marL="228600" indent="-228600" algn="l" defTabSz="914400" rtl="0" eaLnBrk="1" latinLnBrk="0" hangingPunct="1">
              <a:lnSpc>
                <a:spcPct val="90000"/>
              </a:lnSpc>
              <a:spcBef>
                <a:spcPts val="1000"/>
              </a:spcBef>
              <a:buFont typeface="Arial" panose="020B0604020202090204"/>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a:buChar char="•"/>
              <a:defRPr sz="1800" kern="1200">
                <a:solidFill>
                  <a:schemeClr val="tx1"/>
                </a:solidFill>
                <a:latin typeface="+mn-lt"/>
                <a:ea typeface="+mn-ea"/>
                <a:cs typeface="+mn-cs"/>
              </a:defRPr>
            </a:lvl9pPr>
          </a:lstStyle>
          <a:p>
            <a:pPr marL="0" indent="0">
              <a:lnSpc>
                <a:spcPct val="100000"/>
              </a:lnSpc>
              <a:buNone/>
            </a:pPr>
            <a:r>
              <a:rPr kumimoji="1" lang="en-US" altLang="zh-CN" sz="8000">
                <a:solidFill>
                  <a:srgbClr val="023162"/>
                </a:solidFill>
                <a:latin typeface="微软雅黑" panose="020B0503020204020204" pitchFamily="34" charset="-122"/>
                <a:ea typeface="微软雅黑" panose="020B0503020204020204" pitchFamily="34" charset="-122"/>
              </a:rPr>
              <a:t>THANKS</a:t>
            </a:r>
            <a:endParaRPr kumimoji="1" lang="zh-CN" altLang="en-US" sz="8000">
              <a:solidFill>
                <a:srgbClr val="023162"/>
              </a:solidFill>
              <a:latin typeface="微软雅黑" panose="020B0503020204020204" pitchFamily="34" charset="-122"/>
              <a:ea typeface="微软雅黑" panose="020B0503020204020204" pitchFamily="34" charset="-122"/>
            </a:endParaRPr>
          </a:p>
        </p:txBody>
      </p:sp>
      <p:sp>
        <p:nvSpPr>
          <p:cNvPr id="8" name="矩形 7"/>
          <p:cNvSpPr/>
          <p:nvPr/>
        </p:nvSpPr>
        <p:spPr>
          <a:xfrm>
            <a:off x="1785046" y="2471378"/>
            <a:ext cx="4310954" cy="46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r>
              <a:rPr kumimoji="1" lang="zh-CN" altLang="en-US"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金风科技股份有限公司</a:t>
            </a:r>
            <a:endParaRPr kumimoji="1" lang="zh-CN" altLang="en-US"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9" name="矩形 8"/>
          <p:cNvSpPr/>
          <p:nvPr/>
        </p:nvSpPr>
        <p:spPr>
          <a:xfrm>
            <a:off x="1774823" y="2938217"/>
            <a:ext cx="8642351" cy="46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r>
              <a:rPr kumimoji="1"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GOLDWIND SCIENCE &amp; TECHNOLOGY CO., LTD</a:t>
            </a:r>
            <a:endParaRPr kumimoji="1" lang="zh-CN" altLang="en-US" sz="16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 name="矩形 9"/>
          <p:cNvSpPr/>
          <p:nvPr/>
        </p:nvSpPr>
        <p:spPr>
          <a:xfrm>
            <a:off x="1795268" y="3662286"/>
            <a:ext cx="4300731" cy="46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r>
              <a:rPr kumimoji="1" lang="zh-CN" altLang="en-US">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北京金风科创风电设备有限公司</a:t>
            </a:r>
            <a:endParaRPr kumimoji="1" lang="zh-CN" altLang="en-US">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1" name="矩形 10"/>
          <p:cNvSpPr/>
          <p:nvPr/>
        </p:nvSpPr>
        <p:spPr>
          <a:xfrm>
            <a:off x="1785046" y="4129125"/>
            <a:ext cx="9711629" cy="46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r>
              <a:rPr kumimoji="1" lang="en-US" altLang="zh-CN" sz="160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BEIJING GOLDWIND SCIENCE &amp; CREATION WINDPOWER EQUIPMENT CO., LTD</a:t>
            </a:r>
            <a:endParaRPr kumimoji="1" lang="zh-CN" altLang="en-US" sz="160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sld>
</file>

<file path=ppt/tags/tag1.xml><?xml version="1.0" encoding="utf-8"?>
<p:tagLst xmlns:p="http://schemas.openxmlformats.org/presentationml/2006/main">
  <p:tag name="THINKCELLSHAPEDONOTDELETE" val="thinkcellActiveDocDoNotDelete"/>
</p:tagLst>
</file>

<file path=ppt/tags/tag2.xml><?xml version="1.0" encoding="utf-8"?>
<p:tagLst xmlns:p="http://schemas.openxmlformats.org/presentationml/2006/main">
  <p:tag name="THINKCELLSHAPEDONOTDELETE" val="thinkcellActiveDocDoNotDelete"/>
</p:tagLst>
</file>

<file path=ppt/tags/tag3.xml><?xml version="1.0" encoding="utf-8"?>
<p:tagLst xmlns:p="http://schemas.openxmlformats.org/presentationml/2006/main">
  <p:tag name="THINKCELLSHAPEDONOTDELETE" val="thinkcellActiveDocDoNotDelete"/>
</p:tagLst>
</file>

<file path=ppt/tags/tag4.xml><?xml version="1.0" encoding="utf-8"?>
<p:tagLst xmlns:p="http://schemas.openxmlformats.org/presentationml/2006/main">
  <p:tag name="THINKCELLSHAPEDONOTDELETE" val="thinkcellActiveDocDoNotDelete"/>
</p:tagLst>
</file>

<file path=ppt/tags/tag5.xml><?xml version="1.0" encoding="utf-8"?>
<p:tagLst xmlns:p="http://schemas.openxmlformats.org/presentationml/2006/main">
  <p:tag name="THINKCELLSHAPEDONOTDELETE" val="thinkcellActiveDocDoNotDelete"/>
</p:tagLst>
</file>

<file path=ppt/tags/tag6.xml><?xml version="1.0" encoding="utf-8"?>
<p:tagLst xmlns:p="http://schemas.openxmlformats.org/presentationml/2006/main">
  <p:tag name="THINKCELLSHAPEDONOTDELETE" val="thinkcellActiveDocDoNotDelete"/>
</p:tagLst>
</file>

<file path=ppt/tags/tag7.xml><?xml version="1.0" encoding="utf-8"?>
<p:tagLst xmlns:p="http://schemas.openxmlformats.org/presentationml/2006/main">
  <p:tag name="THINKCELLSHAPEDONOTDELETE" val="thinkcellActiveDocDoNotDelete"/>
</p:tagLst>
</file>

<file path=ppt/tags/tag8.xml><?xml version="1.0" encoding="utf-8"?>
<p:tagLst xmlns:p="http://schemas.openxmlformats.org/presentationml/2006/main">
  <p:tag name="THINKCELLSHAPEDONOTDELETE" val="thinkcellActiveDocDoNotDelete"/>
</p:tagLst>
</file>

<file path=ppt/tags/tag9.xml><?xml version="1.0" encoding="utf-8"?>
<p:tagLst xmlns:p="http://schemas.openxmlformats.org/presentationml/2006/main">
  <p:tag name="THINKCELLSHAPEDONOTDELETE" val="thinkcellActiveDocDoNotDelete"/>
</p:tagLst>
</file>

<file path=ppt/tags/tag10.xml><?xml version="1.0" encoding="utf-8"?>
<p:tagLst xmlns:p="http://schemas.openxmlformats.org/presentationml/2006/main">
  <p:tag name="THINKCELLPRESENTATIONDONOTDELETE" val="&lt;?xml version=&quot;1.0&quot; encoding=&quot;UTF-16&quot; standalone=&quot;yes&quot;?&gt;&lt;root reqver=&quot;27037&quot;&gt;&lt;version val=&quot;32650&quot;/&gt;&lt;CPresentation id=&quot;1&quot;&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1&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Y/%#m/%#d&lt;/m_strFormatTime&gt;&lt;m_yearfmt&gt;&lt;begin val=&quot;0&quot;/&gt;&lt;end val=&quot;0&quot;/&gt;&lt;/m_yearfmt&gt;&lt;/m_precDefaultDate&gt;&lt;m_precDefaultDay&gt;&lt;m_yearfmt&gt;&lt;begin val=&quot;0&quot;/&gt;&lt;end val=&quot;4&quot;/&gt;&lt;/m_yearfmt&gt;&lt;/m_precDefaultDay&gt;&lt;m_precDefaultWeek&gt;&lt;m_yearfmt&gt;&lt;begin val=&quot;0&quot;/&gt;&lt;end val=&quot;4&quot;/&gt;&lt;/m_yearfmt&gt;&lt;/m_precDefaultWeek&gt;&lt;m_precDefaultMonth&gt;&lt;m_yearfmt&gt;&lt;begin val=&quot;0&quot;/&gt;&lt;end val=&quot;4&quot;/&gt;&lt;/m_yearfmt&gt;&lt;/m_precDefaultMonth&gt;&lt;m_precDefaultQuarter&gt;&lt;m_yearfmt&gt;&lt;begin val=&quot;0&quot;/&gt;&lt;end val=&quot;4&quot;/&gt;&lt;/m_yearfmt&gt;&lt;/m_precDefaultQuarter&gt;&lt;m_precDefaultYear&gt;&lt;m_yearfmt&gt;&lt;begin val=&quot;0&quot;/&gt;&lt;end val=&quot;4&quot;/&gt;&lt;/m_yearfmt&gt;&lt;/m_precDefaultYear&gt;&lt;m_precDefaultFYDay&gt;&lt;m_yearfmt&gt;&lt;begin val=&quot;0&quot;/&gt;&lt;end val=&quot;4&quot;/&gt;&lt;/m_yearfmt&gt;&lt;/m_precDefaultFYDay&gt;&lt;m_precDefaultFYWeek&gt;&lt;m_yearfmt&gt;&lt;begin val=&quot;0&quot;/&gt;&lt;end val=&quot;4&quot;/&gt;&lt;/m_yearfmt&gt;&lt;/m_precDefaultFYWeek&gt;&lt;m_precDefaultFYMonth&gt;&lt;m_yearfmt&gt;&lt;begin val=&quot;0&quot;/&gt;&lt;end val=&quot;4&quot;/&gt;&lt;/m_yearfmt&gt;&lt;/m_precDefaultFYMonth&gt;&lt;m_precDefaultFYQuarter&gt;&lt;m_yearfmt&gt;&lt;begin val=&quot;0&quot;/&gt;&lt;end val=&quot;4&quot;/&gt;&lt;/m_yearfmt&gt;&lt;/m_precDefaultFYQuarter&gt;&lt;m_precDefaultFYYear&gt;&lt;m_yearfmt&gt;&lt;begin val=&quot;0&quot;/&gt;&lt;end val=&quot;4&quot;/&gt;&lt;/m_yearfmt&gt;&lt;/m_precDefaultFYYear&gt;&lt;m_mruColor&gt;&lt;m_vecMRU length=&quot;0&quot;/&gt;&lt;/m_mruColor&gt;&lt;m_eweekdayFirstOfWeek val=&quot;2&quot;/&gt;&lt;m_eweekdayFirstOfWorkweek val=&quot;2&quot;/&gt;&lt;m_eweekdayFirstOfWeekend val=&quot;7&quot;/&gt;&lt;/CPresentation&gt;&lt;/root&gt;"/>
  <p:tag name="THINKCELLUNDODONOTDELETE" val="0"/>
</p:tagLst>
</file>

<file path=ppt/theme/theme1.xml><?xml version="1.0" encoding="utf-8"?>
<a:theme xmlns:a="http://schemas.openxmlformats.org/drawingml/2006/main" name="3_Office 主题">
  <a:themeElements>
    <a:clrScheme name="金风 蓝色">
      <a:dk1>
        <a:srgbClr val="000000"/>
      </a:dk1>
      <a:lt1>
        <a:srgbClr val="FFFFFF"/>
      </a:lt1>
      <a:dk2>
        <a:srgbClr val="000000"/>
      </a:dk2>
      <a:lt2>
        <a:srgbClr val="FEFFFF"/>
      </a:lt2>
      <a:accent1>
        <a:srgbClr val="0577FF"/>
      </a:accent1>
      <a:accent2>
        <a:srgbClr val="086BEE"/>
      </a:accent2>
      <a:accent3>
        <a:srgbClr val="085CD9"/>
      </a:accent3>
      <a:accent4>
        <a:srgbClr val="0656CA"/>
      </a:accent4>
      <a:accent5>
        <a:srgbClr val="054FBA"/>
      </a:accent5>
      <a:accent6>
        <a:srgbClr val="70D31A"/>
      </a:accent6>
      <a:hlink>
        <a:srgbClr val="0551C1"/>
      </a:hlink>
      <a:folHlink>
        <a:srgbClr val="9D4666"/>
      </a:folHlink>
    </a:clrScheme>
    <a:fontScheme name="Temp">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wrap="square">
        <a:spAutoFit/>
      </a:bodyPr>
      <a:lstStyle>
        <a:defPPr>
          <a:defRPr sz="1400" dirty="0" smtClean="0">
            <a:latin typeface="微软雅黑" panose="020B0503020204020204" pitchFamily="34" charset="-122"/>
            <a:ea typeface="微软雅黑" panose="020B0503020204020204" pitchFamily="34" charset="-122"/>
          </a:defRPr>
        </a:defPPr>
      </a:lstStyle>
    </a:spDef>
    <a:txDef>
      <a:spPr>
        <a:noFill/>
        <a:ln w="25400">
          <a:solidFill>
            <a:schemeClr val="accent5">
              <a:lumMod val="50000"/>
            </a:schemeClr>
          </a:solidFill>
        </a:ln>
      </a:spPr>
      <a:bodyPr wrap="square" rtlCol="0">
        <a:spAutoFit/>
      </a:bodyPr>
      <a:lstStyle>
        <a:defPPr algn="ctr">
          <a:defRPr sz="1600" dirty="0" smtClean="0">
            <a:latin typeface="微软雅黑" panose="020B0503020204020204" pitchFamily="34" charset="-122"/>
            <a:ea typeface="微软雅黑" panose="020B0503020204020204" pitchFamily="34" charset="-122"/>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Office 主题">
  <a:themeElements>
    <a:clrScheme name="金风 蓝色">
      <a:dk1>
        <a:srgbClr val="000000"/>
      </a:dk1>
      <a:lt1>
        <a:srgbClr val="FFFFFF"/>
      </a:lt1>
      <a:dk2>
        <a:srgbClr val="000000"/>
      </a:dk2>
      <a:lt2>
        <a:srgbClr val="FEFFFF"/>
      </a:lt2>
      <a:accent1>
        <a:srgbClr val="0577FF"/>
      </a:accent1>
      <a:accent2>
        <a:srgbClr val="086BEE"/>
      </a:accent2>
      <a:accent3>
        <a:srgbClr val="085CD9"/>
      </a:accent3>
      <a:accent4>
        <a:srgbClr val="0656CA"/>
      </a:accent4>
      <a:accent5>
        <a:srgbClr val="054FBA"/>
      </a:accent5>
      <a:accent6>
        <a:srgbClr val="70D31A"/>
      </a:accent6>
      <a:hlink>
        <a:srgbClr val="0551C1"/>
      </a:hlink>
      <a:folHlink>
        <a:srgbClr val="9D4666"/>
      </a:folHlink>
    </a:clrScheme>
    <a:fontScheme name="Temp">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wrap="square">
        <a:spAutoFit/>
      </a:bodyPr>
      <a:lstStyle>
        <a:defPPr>
          <a:defRPr sz="1400" dirty="0" smtClean="0">
            <a:latin typeface="微软雅黑" panose="020B0503020204020204" pitchFamily="34" charset="-122"/>
            <a:ea typeface="微软雅黑" panose="020B0503020204020204" pitchFamily="34" charset="-122"/>
          </a:defRPr>
        </a:defPPr>
      </a:lstStyle>
    </a:spDef>
    <a:txDef>
      <a:spPr>
        <a:noFill/>
        <a:ln w="25400">
          <a:solidFill>
            <a:schemeClr val="accent5">
              <a:lumMod val="50000"/>
            </a:schemeClr>
          </a:solidFill>
        </a:ln>
      </a:spPr>
      <a:bodyPr wrap="square" rtlCol="0">
        <a:spAutoFit/>
      </a:bodyPr>
      <a:lstStyle>
        <a:defPPr algn="ctr">
          <a:defRPr sz="1600" dirty="0" smtClean="0">
            <a:latin typeface="微软雅黑" panose="020B0503020204020204" pitchFamily="34" charset="-122"/>
            <a:ea typeface="微软雅黑" panose="020B0503020204020204" pitchFamily="34" charset="-122"/>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2029</Words>
  <Application>WPS 演示</Application>
  <PresentationFormat>宽屏</PresentationFormat>
  <Paragraphs>104</Paragraphs>
  <Slides>9</Slides>
  <Notes>6</Notes>
  <HiddenSlides>0</HiddenSlides>
  <MMClips>0</MMClips>
  <ScaleCrop>false</ScaleCrop>
  <HeadingPairs>
    <vt:vector size="8" baseType="variant">
      <vt:variant>
        <vt:lpstr>已用的字体</vt:lpstr>
      </vt:variant>
      <vt:variant>
        <vt:i4>22</vt:i4>
      </vt:variant>
      <vt:variant>
        <vt:lpstr>主题</vt:lpstr>
      </vt:variant>
      <vt:variant>
        <vt:i4>3</vt:i4>
      </vt:variant>
      <vt:variant>
        <vt:lpstr>嵌入 OLE 服务器</vt:lpstr>
      </vt:variant>
      <vt:variant>
        <vt:i4>9</vt:i4>
      </vt:variant>
      <vt:variant>
        <vt:lpstr>幻灯片标题</vt:lpstr>
      </vt:variant>
      <vt:variant>
        <vt:i4>9</vt:i4>
      </vt:variant>
    </vt:vector>
  </HeadingPairs>
  <TitlesOfParts>
    <vt:vector size="43" baseType="lpstr">
      <vt:lpstr>Arial</vt:lpstr>
      <vt:lpstr>宋体</vt:lpstr>
      <vt:lpstr>Wingdings</vt:lpstr>
      <vt:lpstr>微软雅黑</vt:lpstr>
      <vt:lpstr>汉仪旗黑</vt:lpstr>
      <vt:lpstr>Arial</vt:lpstr>
      <vt:lpstr>DIN Alternate</vt:lpstr>
      <vt:lpstr>微软雅黑</vt:lpstr>
      <vt:lpstr>-apple-system</vt:lpstr>
      <vt:lpstr>等线 Light</vt:lpstr>
      <vt:lpstr>汉仪中等线KW</vt:lpstr>
      <vt:lpstr>等线</vt:lpstr>
      <vt:lpstr>Calibri</vt:lpstr>
      <vt:lpstr>Helvetica Neue</vt:lpstr>
      <vt:lpstr>汉仪书宋二KW</vt:lpstr>
      <vt:lpstr>Thonburi</vt:lpstr>
      <vt:lpstr>宋体</vt:lpstr>
      <vt:lpstr>Arial Unicode MS</vt:lpstr>
      <vt:lpstr>-apple-system</vt:lpstr>
      <vt:lpstr>Wingdings</vt:lpstr>
      <vt:lpstr>微软雅黑</vt:lpstr>
      <vt:lpstr>苹方-简</vt:lpstr>
      <vt:lpstr>3_Office 主题</vt:lpstr>
      <vt:lpstr>自定义设计方案</vt:lpstr>
      <vt:lpstr>1_Office 主题</vt:lpstr>
      <vt:lpstr>TCLayout.ActiveDocument.1</vt:lpstr>
      <vt:lpstr>TCLayout.ActiveDocument.1</vt:lpstr>
      <vt:lpstr>TCLayout.ActiveDocument.1</vt:lpstr>
      <vt:lpstr>TCLayout.ActiveDocument.1</vt:lpstr>
      <vt:lpstr>TCLayout.ActiveDocument.1</vt:lpstr>
      <vt:lpstr>TCLayout.ActiveDocument.1</vt:lpstr>
      <vt:lpstr>TCLayout.ActiveDocument.1</vt:lpstr>
      <vt:lpstr>TCLayout.ActiveDocument.1</vt:lpstr>
      <vt:lpstr>TCLayout.ActiveDocument.1</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刘加杰</dc:creator>
  <cp:lastModifiedBy>王晨旭</cp:lastModifiedBy>
  <cp:revision>158</cp:revision>
  <cp:lastPrinted>2026-03-27T04:28:26Z</cp:lastPrinted>
  <dcterms:created xsi:type="dcterms:W3CDTF">2026-03-27T04:28:26Z</dcterms:created>
  <dcterms:modified xsi:type="dcterms:W3CDTF">2026-03-27T04:28:26Z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2052-12.1.25205.25205</vt:lpwstr>
  </property>
  <property fmtid="{D5CDD505-2E9C-101B-9397-08002B2CF9AE}" pid="3" name="ICV">
    <vt:lpwstr>793F5F7752BD09A541AFC369165922D8_43</vt:lpwstr>
  </property>
</Properties>
</file>